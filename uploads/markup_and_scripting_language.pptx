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Helvetica World Bold" panose="020B0604020202020204" charset="-128"/>
      <p:regular r:id="rId18"/>
    </p:embeddedFont>
    <p:embeddedFont>
      <p:font typeface="Bricolage Grotesque Bold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Croogla" panose="020B0604020202020204" charset="0"/>
      <p:regular r:id="rId22"/>
    </p:embeddedFont>
    <p:embeddedFont>
      <p:font typeface="DM Sans Bold" panose="020B0604020202020204" charset="0"/>
      <p:regular r:id="rId23"/>
    </p:embeddedFont>
    <p:embeddedFont>
      <p:font typeface="Glacial Indifference Bold" panose="020B0604020202020204" charset="0"/>
      <p:regular r:id="rId24"/>
    </p:embeddedFont>
    <p:embeddedFont>
      <p:font typeface="Montserrat Semi-Bold" panose="020B0604020202020204" charset="0"/>
      <p:regular r:id="rId25"/>
    </p:embeddedFont>
    <p:embeddedFont>
      <p:font typeface="Nunito" pitchFamily="2" charset="0"/>
      <p:regular r:id="rId26"/>
    </p:embeddedFont>
    <p:embeddedFont>
      <p:font typeface="Object Sans" panose="020B0604020202020204" charset="0"/>
      <p:regular r:id="rId27"/>
    </p:embeddedFont>
    <p:embeddedFont>
      <p:font typeface="Open Sans Bold" panose="020B0604020202020204" charset="0"/>
      <p:regular r:id="rId28"/>
    </p:embeddedFont>
    <p:embeddedFont>
      <p:font typeface="Open Sauce" panose="020B0604020202020204" charset="0"/>
      <p:regular r:id="rId29"/>
    </p:embeddedFont>
    <p:embeddedFont>
      <p:font typeface="Open Sauce Bold" panose="020B0604020202020204" charset="0"/>
      <p:regular r:id="rId30"/>
    </p:embeddedFont>
    <p:embeddedFont>
      <p:font typeface="Roboto" panose="02000000000000000000" pitchFamily="2" charset="0"/>
      <p:regular r:id="rId31"/>
    </p:embeddedFont>
    <p:embeddedFont>
      <p:font typeface="Roboto Bold" panose="020B0604020202020204" charset="0"/>
      <p:regular r:id="rId32"/>
    </p:embeddedFont>
    <p:embeddedFont>
      <p:font typeface="Touvlo Bold" panose="020B0604020202020204" charset="0"/>
      <p:regular r:id="rId33"/>
    </p:embeddedFont>
    <p:embeddedFont>
      <p:font typeface="TT Fors" panose="020B0604020202020204" charset="0"/>
      <p:regular r:id="rId34"/>
    </p:embeddedFont>
    <p:embeddedFont>
      <p:font typeface="TT Fors Bold" panose="020B0604020202020204" charset="0"/>
      <p:regular r:id="rId35"/>
    </p:embeddedFont>
    <p:embeddedFont>
      <p:font typeface="TT Norms" panose="020B0604020202020204" charset="0"/>
      <p:regular r:id="rId36"/>
    </p:embeddedFont>
    <p:embeddedFont>
      <p:font typeface="TT Norms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image" Target="../media/image18.jpe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19" Type="http://schemas.openxmlformats.org/officeDocument/2006/relationships/image" Target="../media/image35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18" Type="http://schemas.openxmlformats.org/officeDocument/2006/relationships/image" Target="../media/image52.sv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17" Type="http://schemas.openxmlformats.org/officeDocument/2006/relationships/image" Target="../media/image51.png"/><Relationship Id="rId2" Type="http://schemas.openxmlformats.org/officeDocument/2006/relationships/image" Target="../media/image36.jpeg"/><Relationship Id="rId16" Type="http://schemas.openxmlformats.org/officeDocument/2006/relationships/image" Target="../media/image50.svg"/><Relationship Id="rId20" Type="http://schemas.openxmlformats.org/officeDocument/2006/relationships/image" Target="../media/image5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19" Type="http://schemas.openxmlformats.org/officeDocument/2006/relationships/image" Target="../media/image53.pn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Relationship Id="rId22" Type="http://schemas.openxmlformats.org/officeDocument/2006/relationships/image" Target="../media/image5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75.png"/><Relationship Id="rId18" Type="http://schemas.openxmlformats.org/officeDocument/2006/relationships/image" Target="../media/image80.svg"/><Relationship Id="rId26" Type="http://schemas.openxmlformats.org/officeDocument/2006/relationships/image" Target="../media/image86.svg"/><Relationship Id="rId3" Type="http://schemas.openxmlformats.org/officeDocument/2006/relationships/image" Target="../media/image65.png"/><Relationship Id="rId21" Type="http://schemas.openxmlformats.org/officeDocument/2006/relationships/image" Target="../media/image81.pn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9.png"/><Relationship Id="rId25" Type="http://schemas.openxmlformats.org/officeDocument/2006/relationships/image" Target="../media/image85.png"/><Relationship Id="rId2" Type="http://schemas.openxmlformats.org/officeDocument/2006/relationships/image" Target="../media/image64.jpeg"/><Relationship Id="rId16" Type="http://schemas.openxmlformats.org/officeDocument/2006/relationships/image" Target="../media/image78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24" Type="http://schemas.openxmlformats.org/officeDocument/2006/relationships/image" Target="../media/image84.sv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3.png"/><Relationship Id="rId28" Type="http://schemas.openxmlformats.org/officeDocument/2006/relationships/image" Target="../media/image88.svg"/><Relationship Id="rId10" Type="http://schemas.openxmlformats.org/officeDocument/2006/relationships/image" Target="../media/image72.svg"/><Relationship Id="rId19" Type="http://schemas.openxmlformats.org/officeDocument/2006/relationships/image" Target="../media/image27.png"/><Relationship Id="rId4" Type="http://schemas.openxmlformats.org/officeDocument/2006/relationships/image" Target="../media/image66.svg"/><Relationship Id="rId9" Type="http://schemas.openxmlformats.org/officeDocument/2006/relationships/image" Target="../media/image71.png"/><Relationship Id="rId14" Type="http://schemas.openxmlformats.org/officeDocument/2006/relationships/image" Target="../media/image76.svg"/><Relationship Id="rId22" Type="http://schemas.openxmlformats.org/officeDocument/2006/relationships/image" Target="../media/image82.svg"/><Relationship Id="rId27" Type="http://schemas.openxmlformats.org/officeDocument/2006/relationships/image" Target="../media/image8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svg"/><Relationship Id="rId18" Type="http://schemas.openxmlformats.org/officeDocument/2006/relationships/image" Target="../media/image105.png"/><Relationship Id="rId26" Type="http://schemas.openxmlformats.org/officeDocument/2006/relationships/image" Target="../media/image113.png"/><Relationship Id="rId39" Type="http://schemas.openxmlformats.org/officeDocument/2006/relationships/image" Target="../media/image126.png"/><Relationship Id="rId21" Type="http://schemas.openxmlformats.org/officeDocument/2006/relationships/image" Target="../media/image108.svg"/><Relationship Id="rId34" Type="http://schemas.openxmlformats.org/officeDocument/2006/relationships/image" Target="../media/image121.png"/><Relationship Id="rId7" Type="http://schemas.openxmlformats.org/officeDocument/2006/relationships/image" Target="../media/image94.svg"/><Relationship Id="rId12" Type="http://schemas.openxmlformats.org/officeDocument/2006/relationships/image" Target="../media/image99.png"/><Relationship Id="rId17" Type="http://schemas.openxmlformats.org/officeDocument/2006/relationships/image" Target="../media/image104.svg"/><Relationship Id="rId25" Type="http://schemas.openxmlformats.org/officeDocument/2006/relationships/image" Target="../media/image112.svg"/><Relationship Id="rId33" Type="http://schemas.openxmlformats.org/officeDocument/2006/relationships/image" Target="../media/image120.svg"/><Relationship Id="rId38" Type="http://schemas.openxmlformats.org/officeDocument/2006/relationships/image" Target="../media/image125.sv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svg"/><Relationship Id="rId24" Type="http://schemas.openxmlformats.org/officeDocument/2006/relationships/image" Target="../media/image111.png"/><Relationship Id="rId32" Type="http://schemas.openxmlformats.org/officeDocument/2006/relationships/image" Target="../media/image119.png"/><Relationship Id="rId37" Type="http://schemas.openxmlformats.org/officeDocument/2006/relationships/image" Target="../media/image124.png"/><Relationship Id="rId40" Type="http://schemas.openxmlformats.org/officeDocument/2006/relationships/image" Target="../media/image127.svg"/><Relationship Id="rId5" Type="http://schemas.openxmlformats.org/officeDocument/2006/relationships/image" Target="../media/image92.svg"/><Relationship Id="rId15" Type="http://schemas.openxmlformats.org/officeDocument/2006/relationships/image" Target="../media/image102.svg"/><Relationship Id="rId23" Type="http://schemas.openxmlformats.org/officeDocument/2006/relationships/image" Target="../media/image110.svg"/><Relationship Id="rId28" Type="http://schemas.openxmlformats.org/officeDocument/2006/relationships/image" Target="../media/image115.png"/><Relationship Id="rId36" Type="http://schemas.openxmlformats.org/officeDocument/2006/relationships/image" Target="../media/image123.svg"/><Relationship Id="rId10" Type="http://schemas.openxmlformats.org/officeDocument/2006/relationships/image" Target="../media/image97.png"/><Relationship Id="rId19" Type="http://schemas.openxmlformats.org/officeDocument/2006/relationships/image" Target="../media/image106.svg"/><Relationship Id="rId31" Type="http://schemas.openxmlformats.org/officeDocument/2006/relationships/image" Target="../media/image118.svg"/><Relationship Id="rId4" Type="http://schemas.openxmlformats.org/officeDocument/2006/relationships/image" Target="../media/image91.png"/><Relationship Id="rId9" Type="http://schemas.openxmlformats.org/officeDocument/2006/relationships/image" Target="../media/image96.sv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Relationship Id="rId27" Type="http://schemas.openxmlformats.org/officeDocument/2006/relationships/image" Target="../media/image114.svg"/><Relationship Id="rId30" Type="http://schemas.openxmlformats.org/officeDocument/2006/relationships/image" Target="../media/image117.png"/><Relationship Id="rId35" Type="http://schemas.openxmlformats.org/officeDocument/2006/relationships/image" Target="../media/image122.png"/><Relationship Id="rId8" Type="http://schemas.openxmlformats.org/officeDocument/2006/relationships/image" Target="../media/image95.png"/><Relationship Id="rId3" Type="http://schemas.openxmlformats.org/officeDocument/2006/relationships/image" Target="../media/image9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svg"/><Relationship Id="rId3" Type="http://schemas.openxmlformats.org/officeDocument/2006/relationships/image" Target="../media/image133.svg"/><Relationship Id="rId7" Type="http://schemas.openxmlformats.org/officeDocument/2006/relationships/image" Target="../media/image137.svg"/><Relationship Id="rId12" Type="http://schemas.openxmlformats.org/officeDocument/2006/relationships/image" Target="../media/image142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5" Type="http://schemas.openxmlformats.org/officeDocument/2006/relationships/image" Target="../media/image135.svg"/><Relationship Id="rId15" Type="http://schemas.openxmlformats.org/officeDocument/2006/relationships/image" Target="../media/image145.sv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svg"/><Relationship Id="rId18" Type="http://schemas.openxmlformats.org/officeDocument/2006/relationships/image" Target="../media/image160.png"/><Relationship Id="rId3" Type="http://schemas.openxmlformats.org/officeDocument/2006/relationships/image" Target="../media/image147.svg"/><Relationship Id="rId21" Type="http://schemas.openxmlformats.org/officeDocument/2006/relationships/image" Target="../media/image163.svg"/><Relationship Id="rId7" Type="http://schemas.openxmlformats.org/officeDocument/2006/relationships/image" Target="../media/image11.svg"/><Relationship Id="rId12" Type="http://schemas.openxmlformats.org/officeDocument/2006/relationships/image" Target="../media/image154.png"/><Relationship Id="rId17" Type="http://schemas.openxmlformats.org/officeDocument/2006/relationships/image" Target="../media/image159.svg"/><Relationship Id="rId25" Type="http://schemas.openxmlformats.org/officeDocument/2006/relationships/image" Target="../media/image167.svg"/><Relationship Id="rId2" Type="http://schemas.openxmlformats.org/officeDocument/2006/relationships/image" Target="../media/image146.png"/><Relationship Id="rId16" Type="http://schemas.openxmlformats.org/officeDocument/2006/relationships/image" Target="../media/image158.png"/><Relationship Id="rId20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3.svg"/><Relationship Id="rId24" Type="http://schemas.openxmlformats.org/officeDocument/2006/relationships/image" Target="../media/image166.png"/><Relationship Id="rId5" Type="http://schemas.openxmlformats.org/officeDocument/2006/relationships/image" Target="../media/image149.svg"/><Relationship Id="rId15" Type="http://schemas.openxmlformats.org/officeDocument/2006/relationships/image" Target="../media/image157.svg"/><Relationship Id="rId23" Type="http://schemas.openxmlformats.org/officeDocument/2006/relationships/image" Target="../media/image165.svg"/><Relationship Id="rId10" Type="http://schemas.openxmlformats.org/officeDocument/2006/relationships/image" Target="../media/image152.png"/><Relationship Id="rId19" Type="http://schemas.openxmlformats.org/officeDocument/2006/relationships/image" Target="../media/image161.svg"/><Relationship Id="rId4" Type="http://schemas.openxmlformats.org/officeDocument/2006/relationships/image" Target="../media/image148.png"/><Relationship Id="rId9" Type="http://schemas.openxmlformats.org/officeDocument/2006/relationships/image" Target="../media/image151.sv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svg"/><Relationship Id="rId3" Type="http://schemas.openxmlformats.org/officeDocument/2006/relationships/image" Target="../media/image169.svg"/><Relationship Id="rId7" Type="http://schemas.openxmlformats.org/officeDocument/2006/relationships/image" Target="../media/image173.svg"/><Relationship Id="rId12" Type="http://schemas.openxmlformats.org/officeDocument/2006/relationships/image" Target="../media/image178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7.svg"/><Relationship Id="rId5" Type="http://schemas.openxmlformats.org/officeDocument/2006/relationships/image" Target="../media/image171.svg"/><Relationship Id="rId10" Type="http://schemas.openxmlformats.org/officeDocument/2006/relationships/image" Target="../media/image176.png"/><Relationship Id="rId4" Type="http://schemas.openxmlformats.org/officeDocument/2006/relationships/image" Target="../media/image170.png"/><Relationship Id="rId9" Type="http://schemas.openxmlformats.org/officeDocument/2006/relationships/image" Target="../media/image17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1.svg"/><Relationship Id="rId7" Type="http://schemas.openxmlformats.org/officeDocument/2006/relationships/image" Target="../media/image185.sv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83.svg"/><Relationship Id="rId4" Type="http://schemas.openxmlformats.org/officeDocument/2006/relationships/image" Target="../media/image182.png"/><Relationship Id="rId9" Type="http://schemas.openxmlformats.org/officeDocument/2006/relationships/image" Target="../media/image187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sv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3510" y="1705423"/>
            <a:ext cx="16480979" cy="1172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56"/>
              </a:lnSpc>
            </a:pPr>
            <a:r>
              <a:rPr lang="en-US" sz="9200">
                <a:solidFill>
                  <a:srgbClr val="ED841E"/>
                </a:solidFill>
                <a:latin typeface="Croogla"/>
                <a:ea typeface="Croogla"/>
                <a:cs typeface="Croogla"/>
                <a:sym typeface="Croogla"/>
              </a:rPr>
              <a:t>PROJECT FINAL PRESENTATION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597557" y="5380998"/>
            <a:ext cx="7092887" cy="970156"/>
            <a:chOff x="0" y="0"/>
            <a:chExt cx="9457183" cy="129354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457183" cy="1293542"/>
              <a:chOff x="0" y="0"/>
              <a:chExt cx="1868085" cy="25551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868085" cy="255514"/>
              </a:xfrm>
              <a:custGeom>
                <a:avLst/>
                <a:gdLst/>
                <a:ahLst/>
                <a:cxnLst/>
                <a:rect l="l" t="t" r="r" b="b"/>
                <a:pathLst>
                  <a:path w="1868085" h="255514">
                    <a:moveTo>
                      <a:pt x="109150" y="0"/>
                    </a:moveTo>
                    <a:lnTo>
                      <a:pt x="1758935" y="0"/>
                    </a:lnTo>
                    <a:cubicBezTo>
                      <a:pt x="1819217" y="0"/>
                      <a:pt x="1868085" y="48868"/>
                      <a:pt x="1868085" y="109150"/>
                    </a:cubicBezTo>
                    <a:lnTo>
                      <a:pt x="1868085" y="146364"/>
                    </a:lnTo>
                    <a:cubicBezTo>
                      <a:pt x="1868085" y="206646"/>
                      <a:pt x="1819217" y="255514"/>
                      <a:pt x="1758935" y="255514"/>
                    </a:cubicBezTo>
                    <a:lnTo>
                      <a:pt x="109150" y="255514"/>
                    </a:lnTo>
                    <a:cubicBezTo>
                      <a:pt x="48868" y="255514"/>
                      <a:pt x="0" y="206646"/>
                      <a:pt x="0" y="146364"/>
                    </a:cubicBezTo>
                    <a:lnTo>
                      <a:pt x="0" y="109150"/>
                    </a:lnTo>
                    <a:cubicBezTo>
                      <a:pt x="0" y="48868"/>
                      <a:pt x="48868" y="0"/>
                      <a:pt x="10915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57150"/>
                <a:ext cx="1868085" cy="198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77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65735" y="291215"/>
              <a:ext cx="8525712" cy="815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60"/>
                </a:lnSpc>
              </a:pPr>
              <a:r>
                <a:rPr lang="en-US" sz="4581">
                  <a:solidFill>
                    <a:srgbClr val="31302F"/>
                  </a:solidFill>
                  <a:latin typeface="Object Sans"/>
                  <a:ea typeface="Object Sans"/>
                  <a:cs typeface="Object Sans"/>
                  <a:sym typeface="Object Sans"/>
                </a:rPr>
                <a:t>By Md. Parvez Ahmed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093919" y="878458"/>
            <a:ext cx="3142377" cy="300485"/>
            <a:chOff x="0" y="0"/>
            <a:chExt cx="827622" cy="791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7622" cy="79140"/>
            </a:xfrm>
            <a:custGeom>
              <a:avLst/>
              <a:gdLst/>
              <a:ahLst/>
              <a:cxnLst/>
              <a:rect l="l" t="t" r="r" b="b"/>
              <a:pathLst>
                <a:path w="827622" h="79140">
                  <a:moveTo>
                    <a:pt x="0" y="0"/>
                  </a:moveTo>
                  <a:lnTo>
                    <a:pt x="827622" y="0"/>
                  </a:lnTo>
                  <a:lnTo>
                    <a:pt x="827622" y="79140"/>
                  </a:lnTo>
                  <a:lnTo>
                    <a:pt x="0" y="79140"/>
                  </a:lnTo>
                  <a:close/>
                </a:path>
              </a:pathLst>
            </a:custGeom>
            <a:solidFill>
              <a:srgbClr val="ED841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57150"/>
              <a:ext cx="827622" cy="2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089008"/>
            <a:ext cx="1592218" cy="300485"/>
            <a:chOff x="0" y="0"/>
            <a:chExt cx="419350" cy="791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9350" cy="79140"/>
            </a:xfrm>
            <a:custGeom>
              <a:avLst/>
              <a:gdLst/>
              <a:ahLst/>
              <a:cxnLst/>
              <a:rect l="l" t="t" r="r" b="b"/>
              <a:pathLst>
                <a:path w="419350" h="79140">
                  <a:moveTo>
                    <a:pt x="0" y="0"/>
                  </a:moveTo>
                  <a:lnTo>
                    <a:pt x="419350" y="0"/>
                  </a:lnTo>
                  <a:lnTo>
                    <a:pt x="419350" y="79140"/>
                  </a:lnTo>
                  <a:lnTo>
                    <a:pt x="0" y="79140"/>
                  </a:lnTo>
                  <a:close/>
                </a:path>
              </a:pathLst>
            </a:custGeom>
            <a:solidFill>
              <a:srgbClr val="ED841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419350" cy="21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51231" y="2834639"/>
            <a:ext cx="1478553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Title: </a:t>
            </a: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ClassConnect</a:t>
            </a: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646554" y="3715393"/>
            <a:ext cx="499489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 No.: 0613-306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97060" y="4229108"/>
            <a:ext cx="949387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Course: Markup and Scripting Language Lab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10478" y="6341630"/>
            <a:ext cx="206704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Roll: 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99449" y="6902970"/>
            <a:ext cx="26891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Batch: D-82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99685" y="7741104"/>
            <a:ext cx="808863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Instructor: Md. Manirujjaman Lecturer,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Department of CSE, DIU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97874" y="1019175"/>
            <a:ext cx="1309225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Outlines</a:t>
            </a:r>
          </a:p>
        </p:txBody>
      </p:sp>
      <p:sp>
        <p:nvSpPr>
          <p:cNvPr id="4" name="Freeform 4"/>
          <p:cNvSpPr/>
          <p:nvPr/>
        </p:nvSpPr>
        <p:spPr>
          <a:xfrm>
            <a:off x="-892949" y="-1722149"/>
            <a:ext cx="4502349" cy="3444297"/>
          </a:xfrm>
          <a:custGeom>
            <a:avLst/>
            <a:gdLst/>
            <a:ahLst/>
            <a:cxnLst/>
            <a:rect l="l" t="t" r="r" b="b"/>
            <a:pathLst>
              <a:path w="4502349" h="3444297">
                <a:moveTo>
                  <a:pt x="0" y="0"/>
                </a:moveTo>
                <a:lnTo>
                  <a:pt x="4502349" y="0"/>
                </a:lnTo>
                <a:lnTo>
                  <a:pt x="4502349" y="3444298"/>
                </a:lnTo>
                <a:lnTo>
                  <a:pt x="0" y="34442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2201711" y="2881684"/>
            <a:ext cx="5811920" cy="1003326"/>
            <a:chOff x="0" y="0"/>
            <a:chExt cx="1339622" cy="2312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0538598" y="2881684"/>
            <a:ext cx="5811920" cy="1003326"/>
            <a:chOff x="0" y="0"/>
            <a:chExt cx="1339622" cy="231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2201711" y="4103422"/>
            <a:ext cx="5811920" cy="1003326"/>
            <a:chOff x="0" y="0"/>
            <a:chExt cx="1339622" cy="2312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0538598" y="4103422"/>
            <a:ext cx="5811920" cy="1003326"/>
            <a:chOff x="0" y="0"/>
            <a:chExt cx="1339622" cy="2312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937482" y="2972881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2" y="0"/>
                </a:lnTo>
                <a:lnTo>
                  <a:pt x="820932" y="820932"/>
                </a:lnTo>
                <a:lnTo>
                  <a:pt x="0" y="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74369" y="2972881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1" y="0"/>
                </a:lnTo>
                <a:lnTo>
                  <a:pt x="820931" y="820932"/>
                </a:lnTo>
                <a:lnTo>
                  <a:pt x="0" y="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937482" y="4194620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2" y="0"/>
                </a:lnTo>
                <a:lnTo>
                  <a:pt x="820932" y="820931"/>
                </a:lnTo>
                <a:lnTo>
                  <a:pt x="0" y="820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74369" y="4194620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1" y="0"/>
                </a:lnTo>
                <a:lnTo>
                  <a:pt x="820931" y="820931"/>
                </a:lnTo>
                <a:lnTo>
                  <a:pt x="0" y="820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 rot="-10800000">
            <a:off x="2201711" y="5325160"/>
            <a:ext cx="5811920" cy="1003326"/>
            <a:chOff x="0" y="0"/>
            <a:chExt cx="1339622" cy="2312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10800000">
            <a:off x="10538598" y="5325160"/>
            <a:ext cx="5811920" cy="1003326"/>
            <a:chOff x="0" y="0"/>
            <a:chExt cx="1339622" cy="23126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937482" y="5416358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2" y="0"/>
                </a:lnTo>
                <a:lnTo>
                  <a:pt x="820932" y="820931"/>
                </a:lnTo>
                <a:lnTo>
                  <a:pt x="0" y="820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74369" y="5416358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1" y="0"/>
                </a:lnTo>
                <a:lnTo>
                  <a:pt x="820931" y="820931"/>
                </a:lnTo>
                <a:lnTo>
                  <a:pt x="0" y="820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 rot="-10800000">
            <a:off x="2201711" y="6546899"/>
            <a:ext cx="5811920" cy="1003326"/>
            <a:chOff x="0" y="0"/>
            <a:chExt cx="1339622" cy="2312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-10800000">
            <a:off x="10538598" y="6546899"/>
            <a:ext cx="5811920" cy="1003326"/>
            <a:chOff x="0" y="0"/>
            <a:chExt cx="1339622" cy="2312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937482" y="6638096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2" y="0"/>
                </a:lnTo>
                <a:lnTo>
                  <a:pt x="820932" y="820932"/>
                </a:lnTo>
                <a:lnTo>
                  <a:pt x="0" y="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274369" y="6638096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1" y="0"/>
                </a:lnTo>
                <a:lnTo>
                  <a:pt x="820931" y="820932"/>
                </a:lnTo>
                <a:lnTo>
                  <a:pt x="0" y="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 rot="-10800000">
            <a:off x="2201711" y="7768637"/>
            <a:ext cx="5811920" cy="1003326"/>
            <a:chOff x="0" y="0"/>
            <a:chExt cx="1339622" cy="23126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 rot="-10800000">
            <a:off x="10538598" y="7768637"/>
            <a:ext cx="5811920" cy="1003326"/>
            <a:chOff x="0" y="0"/>
            <a:chExt cx="1339622" cy="2312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39622" cy="231262"/>
            </a:xfrm>
            <a:custGeom>
              <a:avLst/>
              <a:gdLst/>
              <a:ahLst/>
              <a:cxnLst/>
              <a:rect l="l" t="t" r="r" b="b"/>
              <a:pathLst>
                <a:path w="1339622" h="231262">
                  <a:moveTo>
                    <a:pt x="115631" y="0"/>
                  </a:moveTo>
                  <a:lnTo>
                    <a:pt x="1223991" y="0"/>
                  </a:lnTo>
                  <a:cubicBezTo>
                    <a:pt x="1254658" y="0"/>
                    <a:pt x="1284069" y="12183"/>
                    <a:pt x="1305754" y="33868"/>
                  </a:cubicBezTo>
                  <a:cubicBezTo>
                    <a:pt x="1327439" y="55553"/>
                    <a:pt x="1339622" y="84964"/>
                    <a:pt x="1339622" y="115631"/>
                  </a:cubicBezTo>
                  <a:lnTo>
                    <a:pt x="1339622" y="115631"/>
                  </a:lnTo>
                  <a:cubicBezTo>
                    <a:pt x="1339622" y="179492"/>
                    <a:pt x="1287852" y="231262"/>
                    <a:pt x="1223991" y="231262"/>
                  </a:cubicBezTo>
                  <a:lnTo>
                    <a:pt x="115631" y="231262"/>
                  </a:lnTo>
                  <a:cubicBezTo>
                    <a:pt x="51770" y="231262"/>
                    <a:pt x="0" y="179492"/>
                    <a:pt x="0" y="115631"/>
                  </a:cubicBezTo>
                  <a:lnTo>
                    <a:pt x="0" y="115631"/>
                  </a:lnTo>
                  <a:cubicBezTo>
                    <a:pt x="0" y="51770"/>
                    <a:pt x="51770" y="0"/>
                    <a:pt x="115631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1339622" cy="221737"/>
            </a:xfrm>
            <a:prstGeom prst="rect">
              <a:avLst/>
            </a:prstGeom>
          </p:spPr>
          <p:txBody>
            <a:bodyPr lIns="58046" tIns="58046" rIns="58046" bIns="58046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937482" y="7859834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2" y="0"/>
                </a:lnTo>
                <a:lnTo>
                  <a:pt x="820932" y="820932"/>
                </a:lnTo>
                <a:lnTo>
                  <a:pt x="0" y="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0274369" y="7859834"/>
            <a:ext cx="820932" cy="820932"/>
          </a:xfrm>
          <a:custGeom>
            <a:avLst/>
            <a:gdLst/>
            <a:ahLst/>
            <a:cxnLst/>
            <a:rect l="l" t="t" r="r" b="b"/>
            <a:pathLst>
              <a:path w="820932" h="820932">
                <a:moveTo>
                  <a:pt x="0" y="0"/>
                </a:moveTo>
                <a:lnTo>
                  <a:pt x="820931" y="0"/>
                </a:lnTo>
                <a:lnTo>
                  <a:pt x="820931" y="820932"/>
                </a:lnTo>
                <a:lnTo>
                  <a:pt x="0" y="8209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3032434" y="3192883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69321" y="3192883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Implementation Sreenshots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32434" y="4414621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Objectives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69321" y="4487116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Database Design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032434" y="5475431"/>
            <a:ext cx="4472926" cy="761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 / Workflow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69321" y="5475431"/>
            <a:ext cx="4472926" cy="761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Challenges and Learning Outcomes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32434" y="6858097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Key Features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69321" y="6698532"/>
            <a:ext cx="4472926" cy="761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Future Enhancement and Conclusion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32434" y="8083526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Technology Stack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369321" y="8079835"/>
            <a:ext cx="4472926" cy="38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sz="25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10567" y="3083945"/>
            <a:ext cx="6266866" cy="6078860"/>
          </a:xfrm>
          <a:custGeom>
            <a:avLst/>
            <a:gdLst/>
            <a:ahLst/>
            <a:cxnLst/>
            <a:rect l="l" t="t" r="r" b="b"/>
            <a:pathLst>
              <a:path w="6266866" h="6078860">
                <a:moveTo>
                  <a:pt x="0" y="0"/>
                </a:moveTo>
                <a:lnTo>
                  <a:pt x="6266866" y="0"/>
                </a:lnTo>
                <a:lnTo>
                  <a:pt x="6266866" y="6078860"/>
                </a:lnTo>
                <a:lnTo>
                  <a:pt x="0" y="6078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65842" y="3290215"/>
            <a:ext cx="2011591" cy="2011591"/>
          </a:xfrm>
          <a:custGeom>
            <a:avLst/>
            <a:gdLst/>
            <a:ahLst/>
            <a:cxnLst/>
            <a:rect l="l" t="t" r="r" b="b"/>
            <a:pathLst>
              <a:path w="2011591" h="2011591">
                <a:moveTo>
                  <a:pt x="0" y="0"/>
                </a:moveTo>
                <a:lnTo>
                  <a:pt x="2011591" y="0"/>
                </a:lnTo>
                <a:lnTo>
                  <a:pt x="2011591" y="2011591"/>
                </a:lnTo>
                <a:lnTo>
                  <a:pt x="0" y="201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30691" y="3290215"/>
            <a:ext cx="2011591" cy="2011591"/>
          </a:xfrm>
          <a:custGeom>
            <a:avLst/>
            <a:gdLst/>
            <a:ahLst/>
            <a:cxnLst/>
            <a:rect l="l" t="t" r="r" b="b"/>
            <a:pathLst>
              <a:path w="2011591" h="2011591">
                <a:moveTo>
                  <a:pt x="0" y="0"/>
                </a:moveTo>
                <a:lnTo>
                  <a:pt x="2011592" y="0"/>
                </a:lnTo>
                <a:lnTo>
                  <a:pt x="2011592" y="2011591"/>
                </a:lnTo>
                <a:lnTo>
                  <a:pt x="0" y="201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65842" y="7151214"/>
            <a:ext cx="2011591" cy="2011591"/>
          </a:xfrm>
          <a:custGeom>
            <a:avLst/>
            <a:gdLst/>
            <a:ahLst/>
            <a:cxnLst/>
            <a:rect l="l" t="t" r="r" b="b"/>
            <a:pathLst>
              <a:path w="2011591" h="2011591">
                <a:moveTo>
                  <a:pt x="0" y="0"/>
                </a:moveTo>
                <a:lnTo>
                  <a:pt x="2011591" y="0"/>
                </a:lnTo>
                <a:lnTo>
                  <a:pt x="2011591" y="2011591"/>
                </a:lnTo>
                <a:lnTo>
                  <a:pt x="0" y="201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30691" y="7151214"/>
            <a:ext cx="2011591" cy="2011591"/>
          </a:xfrm>
          <a:custGeom>
            <a:avLst/>
            <a:gdLst/>
            <a:ahLst/>
            <a:cxnLst/>
            <a:rect l="l" t="t" r="r" b="b"/>
            <a:pathLst>
              <a:path w="2011591" h="2011591">
                <a:moveTo>
                  <a:pt x="0" y="0"/>
                </a:moveTo>
                <a:lnTo>
                  <a:pt x="2011592" y="0"/>
                </a:lnTo>
                <a:lnTo>
                  <a:pt x="2011592" y="2011591"/>
                </a:lnTo>
                <a:lnTo>
                  <a:pt x="0" y="2011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784930" y="7682524"/>
            <a:ext cx="611671" cy="733638"/>
          </a:xfrm>
          <a:custGeom>
            <a:avLst/>
            <a:gdLst/>
            <a:ahLst/>
            <a:cxnLst/>
            <a:rect l="l" t="t" r="r" b="b"/>
            <a:pathLst>
              <a:path w="611671" h="733638">
                <a:moveTo>
                  <a:pt x="0" y="0"/>
                </a:moveTo>
                <a:lnTo>
                  <a:pt x="611671" y="0"/>
                </a:lnTo>
                <a:lnTo>
                  <a:pt x="611671" y="733638"/>
                </a:lnTo>
                <a:lnTo>
                  <a:pt x="0" y="733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520515" y="7371140"/>
            <a:ext cx="1286536" cy="1286536"/>
          </a:xfrm>
          <a:custGeom>
            <a:avLst/>
            <a:gdLst/>
            <a:ahLst/>
            <a:cxnLst/>
            <a:rect l="l" t="t" r="r" b="b"/>
            <a:pathLst>
              <a:path w="1286536" h="1286536">
                <a:moveTo>
                  <a:pt x="0" y="0"/>
                </a:moveTo>
                <a:lnTo>
                  <a:pt x="1286536" y="0"/>
                </a:lnTo>
                <a:lnTo>
                  <a:pt x="1286536" y="1286536"/>
                </a:lnTo>
                <a:lnTo>
                  <a:pt x="0" y="1286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753039" y="3594448"/>
            <a:ext cx="821488" cy="953832"/>
          </a:xfrm>
          <a:custGeom>
            <a:avLst/>
            <a:gdLst/>
            <a:ahLst/>
            <a:cxnLst/>
            <a:rect l="l" t="t" r="r" b="b"/>
            <a:pathLst>
              <a:path w="821488" h="953832">
                <a:moveTo>
                  <a:pt x="0" y="0"/>
                </a:moveTo>
                <a:lnTo>
                  <a:pt x="821488" y="0"/>
                </a:lnTo>
                <a:lnTo>
                  <a:pt x="821488" y="953832"/>
                </a:lnTo>
                <a:lnTo>
                  <a:pt x="0" y="953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555812" y="3594448"/>
            <a:ext cx="1069907" cy="1069907"/>
          </a:xfrm>
          <a:custGeom>
            <a:avLst/>
            <a:gdLst/>
            <a:ahLst/>
            <a:cxnLst/>
            <a:rect l="l" t="t" r="r" b="b"/>
            <a:pathLst>
              <a:path w="1069907" h="1069907">
                <a:moveTo>
                  <a:pt x="0" y="0"/>
                </a:moveTo>
                <a:lnTo>
                  <a:pt x="1069907" y="0"/>
                </a:lnTo>
                <a:lnTo>
                  <a:pt x="1069907" y="1069907"/>
                </a:lnTo>
                <a:lnTo>
                  <a:pt x="0" y="1069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84861" y="733984"/>
            <a:ext cx="12318277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84861" y="1881208"/>
            <a:ext cx="12318277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ClassConnect is a local offline web-based system designed to assist teachers in classroom environments by enabling: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44249" y="3937072"/>
            <a:ext cx="3167922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Works on local Wi-Fi — no internet or login required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44249" y="7928922"/>
            <a:ext cx="3498562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Eliminates pendrive dependency &amp; setup delays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26272" y="3937072"/>
            <a:ext cx="3520605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Instant screen sharing from laptop to classroom PC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8955" y="7928922"/>
            <a:ext cx="3167922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Secure file sharing (upload / download / delete)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44249" y="3463997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Wifi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44249" y="7455847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Pendrive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78955" y="3463997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 share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78955" y="7455847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3355856" y="2395069"/>
            <a:ext cx="800765" cy="700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131379" y="8355907"/>
            <a:ext cx="800765" cy="700669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3355856" y="4820387"/>
            <a:ext cx="800765" cy="700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4131379" y="5930589"/>
            <a:ext cx="800765" cy="700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3355856" y="3505272"/>
            <a:ext cx="800765" cy="700669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14131379" y="7245704"/>
            <a:ext cx="800765" cy="700669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3355856" y="5930589"/>
            <a:ext cx="800765" cy="700669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14131379" y="4820387"/>
            <a:ext cx="800765" cy="700669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919304" y="2479930"/>
            <a:ext cx="6069674" cy="1641151"/>
            <a:chOff x="0" y="0"/>
            <a:chExt cx="1598597" cy="43223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98597" cy="432237"/>
            </a:xfrm>
            <a:custGeom>
              <a:avLst/>
              <a:gdLst/>
              <a:ahLst/>
              <a:cxnLst/>
              <a:rect l="l" t="t" r="r" b="b"/>
              <a:pathLst>
                <a:path w="1598597" h="432237">
                  <a:moveTo>
                    <a:pt x="0" y="0"/>
                  </a:moveTo>
                  <a:lnTo>
                    <a:pt x="1598597" y="0"/>
                  </a:lnTo>
                  <a:lnTo>
                    <a:pt x="1598597" y="432237"/>
                  </a:lnTo>
                  <a:lnTo>
                    <a:pt x="0" y="432237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598597" cy="479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9299022" y="7329006"/>
            <a:ext cx="6069674" cy="1644267"/>
            <a:chOff x="0" y="0"/>
            <a:chExt cx="1598597" cy="4330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98597" cy="433058"/>
            </a:xfrm>
            <a:custGeom>
              <a:avLst/>
              <a:gdLst/>
              <a:ahLst/>
              <a:cxnLst/>
              <a:rect l="l" t="t" r="r" b="b"/>
              <a:pathLst>
                <a:path w="1598597" h="433058">
                  <a:moveTo>
                    <a:pt x="0" y="0"/>
                  </a:moveTo>
                  <a:lnTo>
                    <a:pt x="1598597" y="0"/>
                  </a:lnTo>
                  <a:lnTo>
                    <a:pt x="1598597" y="433058"/>
                  </a:lnTo>
                  <a:lnTo>
                    <a:pt x="0" y="433058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598597" cy="48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919304" y="4905247"/>
            <a:ext cx="6069674" cy="1641151"/>
            <a:chOff x="0" y="0"/>
            <a:chExt cx="1598597" cy="4322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98597" cy="432237"/>
            </a:xfrm>
            <a:custGeom>
              <a:avLst/>
              <a:gdLst/>
              <a:ahLst/>
              <a:cxnLst/>
              <a:rect l="l" t="t" r="r" b="b"/>
              <a:pathLst>
                <a:path w="1598597" h="432237">
                  <a:moveTo>
                    <a:pt x="0" y="0"/>
                  </a:moveTo>
                  <a:lnTo>
                    <a:pt x="1598597" y="0"/>
                  </a:lnTo>
                  <a:lnTo>
                    <a:pt x="1598597" y="432237"/>
                  </a:lnTo>
                  <a:lnTo>
                    <a:pt x="0" y="432237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598597" cy="479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 rot="-10800000">
            <a:off x="9299022" y="4905247"/>
            <a:ext cx="6069674" cy="1641151"/>
            <a:chOff x="0" y="0"/>
            <a:chExt cx="1598597" cy="43223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98597" cy="432237"/>
            </a:xfrm>
            <a:custGeom>
              <a:avLst/>
              <a:gdLst/>
              <a:ahLst/>
              <a:cxnLst/>
              <a:rect l="l" t="t" r="r" b="b"/>
              <a:pathLst>
                <a:path w="1598597" h="432237">
                  <a:moveTo>
                    <a:pt x="0" y="0"/>
                  </a:moveTo>
                  <a:lnTo>
                    <a:pt x="1598597" y="0"/>
                  </a:lnTo>
                  <a:lnTo>
                    <a:pt x="1598597" y="432237"/>
                  </a:lnTo>
                  <a:lnTo>
                    <a:pt x="0" y="432237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598597" cy="479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94937" y="2345021"/>
            <a:ext cx="1910967" cy="1910967"/>
            <a:chOff x="0" y="0"/>
            <a:chExt cx="503300" cy="5033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03300" cy="503300"/>
            </a:xfrm>
            <a:custGeom>
              <a:avLst/>
              <a:gdLst/>
              <a:ahLst/>
              <a:cxnLst/>
              <a:rect l="l" t="t" r="r" b="b"/>
              <a:pathLst>
                <a:path w="503300" h="503300">
                  <a:moveTo>
                    <a:pt x="0" y="0"/>
                  </a:moveTo>
                  <a:lnTo>
                    <a:pt x="503300" y="0"/>
                  </a:lnTo>
                  <a:lnTo>
                    <a:pt x="503300" y="503300"/>
                  </a:lnTo>
                  <a:lnTo>
                    <a:pt x="0" y="503300"/>
                  </a:lnTo>
                  <a:close/>
                </a:path>
              </a:pathLst>
            </a:custGeom>
            <a:solidFill>
              <a:srgbClr val="5F0F4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503300" cy="550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 rot="-10800000">
            <a:off x="14882096" y="7195656"/>
            <a:ext cx="1910967" cy="1910967"/>
            <a:chOff x="0" y="0"/>
            <a:chExt cx="503300" cy="5033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03300" cy="503300"/>
            </a:xfrm>
            <a:custGeom>
              <a:avLst/>
              <a:gdLst/>
              <a:ahLst/>
              <a:cxnLst/>
              <a:rect l="l" t="t" r="r" b="b"/>
              <a:pathLst>
                <a:path w="503300" h="503300">
                  <a:moveTo>
                    <a:pt x="0" y="0"/>
                  </a:moveTo>
                  <a:lnTo>
                    <a:pt x="503300" y="0"/>
                  </a:lnTo>
                  <a:lnTo>
                    <a:pt x="503300" y="503300"/>
                  </a:lnTo>
                  <a:lnTo>
                    <a:pt x="0" y="503300"/>
                  </a:lnTo>
                  <a:close/>
                </a:path>
              </a:pathLst>
            </a:custGeom>
            <a:solidFill>
              <a:srgbClr val="354F52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503300" cy="550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94937" y="4770339"/>
            <a:ext cx="1910967" cy="1910967"/>
            <a:chOff x="0" y="0"/>
            <a:chExt cx="503300" cy="5033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3300" cy="503300"/>
            </a:xfrm>
            <a:custGeom>
              <a:avLst/>
              <a:gdLst/>
              <a:ahLst/>
              <a:cxnLst/>
              <a:rect l="l" t="t" r="r" b="b"/>
              <a:pathLst>
                <a:path w="503300" h="503300">
                  <a:moveTo>
                    <a:pt x="0" y="0"/>
                  </a:moveTo>
                  <a:lnTo>
                    <a:pt x="503300" y="0"/>
                  </a:lnTo>
                  <a:lnTo>
                    <a:pt x="503300" y="503300"/>
                  </a:lnTo>
                  <a:lnTo>
                    <a:pt x="0" y="503300"/>
                  </a:lnTo>
                  <a:close/>
                </a:path>
              </a:pathLst>
            </a:custGeom>
            <a:solidFill>
              <a:srgbClr val="9A031E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03300" cy="550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 rot="-10800000">
            <a:off x="14882096" y="4770339"/>
            <a:ext cx="1910967" cy="1910967"/>
            <a:chOff x="0" y="0"/>
            <a:chExt cx="503300" cy="5033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03300" cy="503300"/>
            </a:xfrm>
            <a:custGeom>
              <a:avLst/>
              <a:gdLst/>
              <a:ahLst/>
              <a:cxnLst/>
              <a:rect l="l" t="t" r="r" b="b"/>
              <a:pathLst>
                <a:path w="503300" h="503300">
                  <a:moveTo>
                    <a:pt x="0" y="0"/>
                  </a:moveTo>
                  <a:lnTo>
                    <a:pt x="503300" y="0"/>
                  </a:lnTo>
                  <a:lnTo>
                    <a:pt x="503300" y="503300"/>
                  </a:lnTo>
                  <a:lnTo>
                    <a:pt x="0" y="503300"/>
                  </a:lnTo>
                  <a:close/>
                </a:path>
              </a:pathLst>
            </a:custGeom>
            <a:solidFill>
              <a:srgbClr val="0F4C5C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503300" cy="550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3355856" y="7245704"/>
            <a:ext cx="800765" cy="700669"/>
            <a:chOff x="0" y="0"/>
            <a:chExt cx="812800" cy="7112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 rot="-5400000">
            <a:off x="14131379" y="3505272"/>
            <a:ext cx="800765" cy="700669"/>
            <a:chOff x="0" y="0"/>
            <a:chExt cx="812800" cy="711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 rot="5400000">
            <a:off x="3355856" y="8355907"/>
            <a:ext cx="800765" cy="700669"/>
            <a:chOff x="0" y="0"/>
            <a:chExt cx="812800" cy="711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 rot="-5400000">
            <a:off x="14131379" y="2395069"/>
            <a:ext cx="800765" cy="700669"/>
            <a:chOff x="0" y="0"/>
            <a:chExt cx="812800" cy="711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E93A9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919304" y="7329006"/>
            <a:ext cx="6069674" cy="1644267"/>
            <a:chOff x="0" y="0"/>
            <a:chExt cx="1598597" cy="43305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598597" cy="433058"/>
            </a:xfrm>
            <a:custGeom>
              <a:avLst/>
              <a:gdLst/>
              <a:ahLst/>
              <a:cxnLst/>
              <a:rect l="l" t="t" r="r" b="b"/>
              <a:pathLst>
                <a:path w="1598597" h="433058">
                  <a:moveTo>
                    <a:pt x="0" y="0"/>
                  </a:moveTo>
                  <a:lnTo>
                    <a:pt x="1598597" y="0"/>
                  </a:lnTo>
                  <a:lnTo>
                    <a:pt x="1598597" y="433058"/>
                  </a:lnTo>
                  <a:lnTo>
                    <a:pt x="0" y="433058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1598597" cy="48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 rot="-10800000">
            <a:off x="9299022" y="2479930"/>
            <a:ext cx="6069674" cy="1641151"/>
            <a:chOff x="0" y="0"/>
            <a:chExt cx="1598597" cy="43223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98597" cy="432237"/>
            </a:xfrm>
            <a:custGeom>
              <a:avLst/>
              <a:gdLst/>
              <a:ahLst/>
              <a:cxnLst/>
              <a:rect l="l" t="t" r="r" b="b"/>
              <a:pathLst>
                <a:path w="1598597" h="432237">
                  <a:moveTo>
                    <a:pt x="0" y="0"/>
                  </a:moveTo>
                  <a:lnTo>
                    <a:pt x="1598597" y="0"/>
                  </a:lnTo>
                  <a:lnTo>
                    <a:pt x="1598597" y="432237"/>
                  </a:lnTo>
                  <a:lnTo>
                    <a:pt x="0" y="432237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1598597" cy="479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94937" y="7195656"/>
            <a:ext cx="1910967" cy="1910967"/>
            <a:chOff x="0" y="0"/>
            <a:chExt cx="503300" cy="5033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03300" cy="503300"/>
            </a:xfrm>
            <a:custGeom>
              <a:avLst/>
              <a:gdLst/>
              <a:ahLst/>
              <a:cxnLst/>
              <a:rect l="l" t="t" r="r" b="b"/>
              <a:pathLst>
                <a:path w="503300" h="503300">
                  <a:moveTo>
                    <a:pt x="0" y="0"/>
                  </a:moveTo>
                  <a:lnTo>
                    <a:pt x="503300" y="0"/>
                  </a:lnTo>
                  <a:lnTo>
                    <a:pt x="503300" y="503300"/>
                  </a:lnTo>
                  <a:lnTo>
                    <a:pt x="0" y="503300"/>
                  </a:lnTo>
                  <a:close/>
                </a:path>
              </a:pathLst>
            </a:custGeom>
            <a:solidFill>
              <a:srgbClr val="FB8B24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503300" cy="550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 rot="-10800000">
            <a:off x="14882096" y="2345021"/>
            <a:ext cx="1910967" cy="1910967"/>
            <a:chOff x="0" y="0"/>
            <a:chExt cx="503300" cy="5033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03300" cy="503300"/>
            </a:xfrm>
            <a:custGeom>
              <a:avLst/>
              <a:gdLst/>
              <a:ahLst/>
              <a:cxnLst/>
              <a:rect l="l" t="t" r="r" b="b"/>
              <a:pathLst>
                <a:path w="503300" h="503300">
                  <a:moveTo>
                    <a:pt x="0" y="0"/>
                  </a:moveTo>
                  <a:lnTo>
                    <a:pt x="503300" y="0"/>
                  </a:lnTo>
                  <a:lnTo>
                    <a:pt x="503300" y="503300"/>
                  </a:lnTo>
                  <a:lnTo>
                    <a:pt x="0" y="503300"/>
                  </a:lnTo>
                  <a:close/>
                </a:path>
              </a:pathLst>
            </a:custGeom>
            <a:solidFill>
              <a:srgbClr val="E36414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503300" cy="550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5" name="Freeform 75"/>
          <p:cNvSpPr/>
          <p:nvPr/>
        </p:nvSpPr>
        <p:spPr>
          <a:xfrm>
            <a:off x="15432767" y="5321010"/>
            <a:ext cx="813693" cy="809625"/>
          </a:xfrm>
          <a:custGeom>
            <a:avLst/>
            <a:gdLst/>
            <a:ahLst/>
            <a:cxnLst/>
            <a:rect l="l" t="t" r="r" b="b"/>
            <a:pathLst>
              <a:path w="813693" h="809625">
                <a:moveTo>
                  <a:pt x="0" y="0"/>
                </a:moveTo>
                <a:lnTo>
                  <a:pt x="813694" y="0"/>
                </a:lnTo>
                <a:lnTo>
                  <a:pt x="813694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6" name="Freeform 76"/>
          <p:cNvSpPr/>
          <p:nvPr/>
        </p:nvSpPr>
        <p:spPr>
          <a:xfrm>
            <a:off x="-989623" y="9106624"/>
            <a:ext cx="2018323" cy="1766033"/>
          </a:xfrm>
          <a:custGeom>
            <a:avLst/>
            <a:gdLst/>
            <a:ahLst/>
            <a:cxnLst/>
            <a:rect l="l" t="t" r="r" b="b"/>
            <a:pathLst>
              <a:path w="2018323" h="1766033">
                <a:moveTo>
                  <a:pt x="0" y="0"/>
                </a:moveTo>
                <a:lnTo>
                  <a:pt x="2018323" y="0"/>
                </a:lnTo>
                <a:lnTo>
                  <a:pt x="2018323" y="1766033"/>
                </a:lnTo>
                <a:lnTo>
                  <a:pt x="0" y="1766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7" name="Freeform 77"/>
          <p:cNvSpPr/>
          <p:nvPr/>
        </p:nvSpPr>
        <p:spPr>
          <a:xfrm rot="-1646760">
            <a:off x="15562635" y="8503323"/>
            <a:ext cx="4427493" cy="2008975"/>
          </a:xfrm>
          <a:custGeom>
            <a:avLst/>
            <a:gdLst/>
            <a:ahLst/>
            <a:cxnLst/>
            <a:rect l="l" t="t" r="r" b="b"/>
            <a:pathLst>
              <a:path w="4427493" h="2008975">
                <a:moveTo>
                  <a:pt x="0" y="0"/>
                </a:moveTo>
                <a:lnTo>
                  <a:pt x="4427493" y="0"/>
                </a:lnTo>
                <a:lnTo>
                  <a:pt x="4427493" y="2008975"/>
                </a:lnTo>
                <a:lnTo>
                  <a:pt x="0" y="2008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8" name="Freeform 78"/>
          <p:cNvSpPr/>
          <p:nvPr/>
        </p:nvSpPr>
        <p:spPr>
          <a:xfrm rot="-2700000">
            <a:off x="-2617773" y="85806"/>
            <a:ext cx="6070004" cy="2329364"/>
          </a:xfrm>
          <a:custGeom>
            <a:avLst/>
            <a:gdLst/>
            <a:ahLst/>
            <a:cxnLst/>
            <a:rect l="l" t="t" r="r" b="b"/>
            <a:pathLst>
              <a:path w="6070004" h="2329364">
                <a:moveTo>
                  <a:pt x="0" y="0"/>
                </a:moveTo>
                <a:lnTo>
                  <a:pt x="6070004" y="0"/>
                </a:lnTo>
                <a:lnTo>
                  <a:pt x="6070004" y="2329364"/>
                </a:lnTo>
                <a:lnTo>
                  <a:pt x="0" y="23293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9" name="Freeform 79"/>
          <p:cNvSpPr/>
          <p:nvPr/>
        </p:nvSpPr>
        <p:spPr>
          <a:xfrm>
            <a:off x="1839297" y="7489975"/>
            <a:ext cx="1099201" cy="1216267"/>
          </a:xfrm>
          <a:custGeom>
            <a:avLst/>
            <a:gdLst/>
            <a:ahLst/>
            <a:cxnLst/>
            <a:rect l="l" t="t" r="r" b="b"/>
            <a:pathLst>
              <a:path w="1099201" h="1216267">
                <a:moveTo>
                  <a:pt x="0" y="0"/>
                </a:moveTo>
                <a:lnTo>
                  <a:pt x="1099201" y="0"/>
                </a:lnTo>
                <a:lnTo>
                  <a:pt x="1099201" y="1216266"/>
                </a:lnTo>
                <a:lnTo>
                  <a:pt x="0" y="1216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80"/>
          <p:cNvSpPr/>
          <p:nvPr/>
        </p:nvSpPr>
        <p:spPr>
          <a:xfrm>
            <a:off x="15178007" y="2745404"/>
            <a:ext cx="1315077" cy="1193432"/>
          </a:xfrm>
          <a:custGeom>
            <a:avLst/>
            <a:gdLst/>
            <a:ahLst/>
            <a:cxnLst/>
            <a:rect l="l" t="t" r="r" b="b"/>
            <a:pathLst>
              <a:path w="1315077" h="1193432">
                <a:moveTo>
                  <a:pt x="0" y="0"/>
                </a:moveTo>
                <a:lnTo>
                  <a:pt x="1315077" y="0"/>
                </a:lnTo>
                <a:lnTo>
                  <a:pt x="1315077" y="1193432"/>
                </a:lnTo>
                <a:lnTo>
                  <a:pt x="0" y="11934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1839297" y="2807166"/>
            <a:ext cx="1069907" cy="1069907"/>
          </a:xfrm>
          <a:custGeom>
            <a:avLst/>
            <a:gdLst/>
            <a:ahLst/>
            <a:cxnLst/>
            <a:rect l="l" t="t" r="r" b="b"/>
            <a:pathLst>
              <a:path w="1069907" h="1069907">
                <a:moveTo>
                  <a:pt x="0" y="0"/>
                </a:moveTo>
                <a:lnTo>
                  <a:pt x="1069907" y="0"/>
                </a:lnTo>
                <a:lnTo>
                  <a:pt x="1069907" y="1069908"/>
                </a:lnTo>
                <a:lnTo>
                  <a:pt x="0" y="10699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1901344" y="5095521"/>
            <a:ext cx="1098152" cy="1098152"/>
          </a:xfrm>
          <a:custGeom>
            <a:avLst/>
            <a:gdLst/>
            <a:ahLst/>
            <a:cxnLst/>
            <a:rect l="l" t="t" r="r" b="b"/>
            <a:pathLst>
              <a:path w="1098152" h="1098152">
                <a:moveTo>
                  <a:pt x="0" y="0"/>
                </a:moveTo>
                <a:lnTo>
                  <a:pt x="1098152" y="0"/>
                </a:lnTo>
                <a:lnTo>
                  <a:pt x="1098152" y="1098153"/>
                </a:lnTo>
                <a:lnTo>
                  <a:pt x="0" y="10981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15246348" y="7596039"/>
            <a:ext cx="1178396" cy="1217980"/>
          </a:xfrm>
          <a:custGeom>
            <a:avLst/>
            <a:gdLst/>
            <a:ahLst/>
            <a:cxnLst/>
            <a:rect l="l" t="t" r="r" b="b"/>
            <a:pathLst>
              <a:path w="1178396" h="1217980">
                <a:moveTo>
                  <a:pt x="0" y="0"/>
                </a:moveTo>
                <a:lnTo>
                  <a:pt x="1178395" y="0"/>
                </a:lnTo>
                <a:lnTo>
                  <a:pt x="1178395" y="1217980"/>
                </a:lnTo>
                <a:lnTo>
                  <a:pt x="0" y="12179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84" name="TextBox 84"/>
          <p:cNvSpPr txBox="1"/>
          <p:nvPr/>
        </p:nvSpPr>
        <p:spPr>
          <a:xfrm>
            <a:off x="3857747" y="691515"/>
            <a:ext cx="10572505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106573" y="2764786"/>
            <a:ext cx="408312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Offilne Screen sharing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098304" y="2764786"/>
            <a:ext cx="408312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Simple UI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106573" y="5206448"/>
            <a:ext cx="408312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File transfer over LAN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0098304" y="5206448"/>
            <a:ext cx="408312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Save Time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106573" y="3225051"/>
            <a:ext cx="4083123" cy="70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Provide offline classroom screen sharing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0098304" y="3225051"/>
            <a:ext cx="4083123" cy="34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Create a simple and lightweight UI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106573" y="5666713"/>
            <a:ext cx="4083123" cy="70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Enable fast and safe file transfer over LAN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098304" y="5666713"/>
            <a:ext cx="4083123" cy="70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Improve class flow and save teaching time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106573" y="7648109"/>
            <a:ext cx="408312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 virus Risk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098304" y="7648109"/>
            <a:ext cx="408312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Modular system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106573" y="8108374"/>
            <a:ext cx="4083123" cy="34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Remove pendrive virus risks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098304" y="8108374"/>
            <a:ext cx="4083123" cy="105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4" lvl="1" indent="-215897" algn="r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Build a scalable modular system</a:t>
            </a:r>
          </a:p>
          <a:p>
            <a:pPr algn="r">
              <a:lnSpc>
                <a:spcPts val="2799"/>
              </a:lnSpc>
            </a:pPr>
            <a:endParaRPr lang="en-US" sz="1999">
              <a:solidFill>
                <a:srgbClr val="000000">
                  <a:alpha val="74902"/>
                </a:srgb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97756" y="-1569186"/>
            <a:ext cx="2558917" cy="2597886"/>
          </a:xfrm>
          <a:custGeom>
            <a:avLst/>
            <a:gdLst/>
            <a:ahLst/>
            <a:cxnLst/>
            <a:rect l="l" t="t" r="r" b="b"/>
            <a:pathLst>
              <a:path w="2558917" h="2597886">
                <a:moveTo>
                  <a:pt x="0" y="0"/>
                </a:moveTo>
                <a:lnTo>
                  <a:pt x="2558917" y="0"/>
                </a:lnTo>
                <a:lnTo>
                  <a:pt x="2558917" y="2597886"/>
                </a:lnTo>
                <a:lnTo>
                  <a:pt x="0" y="2597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944319" y="8819622"/>
            <a:ext cx="1451886" cy="1638236"/>
          </a:xfrm>
          <a:custGeom>
            <a:avLst/>
            <a:gdLst/>
            <a:ahLst/>
            <a:cxnLst/>
            <a:rect l="l" t="t" r="r" b="b"/>
            <a:pathLst>
              <a:path w="1451886" h="1638236">
                <a:moveTo>
                  <a:pt x="1451887" y="0"/>
                </a:moveTo>
                <a:lnTo>
                  <a:pt x="0" y="0"/>
                </a:lnTo>
                <a:lnTo>
                  <a:pt x="0" y="1638236"/>
                </a:lnTo>
                <a:lnTo>
                  <a:pt x="1451887" y="1638236"/>
                </a:lnTo>
                <a:lnTo>
                  <a:pt x="145188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05225" y="4742050"/>
            <a:ext cx="3176585" cy="1790800"/>
          </a:xfrm>
          <a:custGeom>
            <a:avLst/>
            <a:gdLst/>
            <a:ahLst/>
            <a:cxnLst/>
            <a:rect l="l" t="t" r="r" b="b"/>
            <a:pathLst>
              <a:path w="3176585" h="1790800">
                <a:moveTo>
                  <a:pt x="0" y="0"/>
                </a:moveTo>
                <a:lnTo>
                  <a:pt x="3176584" y="0"/>
                </a:lnTo>
                <a:lnTo>
                  <a:pt x="3176584" y="1790800"/>
                </a:lnTo>
                <a:lnTo>
                  <a:pt x="0" y="1790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6081809" y="4742050"/>
            <a:ext cx="3176585" cy="1790800"/>
          </a:xfrm>
          <a:custGeom>
            <a:avLst/>
            <a:gdLst/>
            <a:ahLst/>
            <a:cxnLst/>
            <a:rect l="l" t="t" r="r" b="b"/>
            <a:pathLst>
              <a:path w="3176585" h="1790800">
                <a:moveTo>
                  <a:pt x="0" y="0"/>
                </a:moveTo>
                <a:lnTo>
                  <a:pt x="3176585" y="0"/>
                </a:lnTo>
                <a:lnTo>
                  <a:pt x="3176585" y="1790800"/>
                </a:lnTo>
                <a:lnTo>
                  <a:pt x="0" y="1790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258394" y="4742050"/>
            <a:ext cx="3176585" cy="1790800"/>
          </a:xfrm>
          <a:custGeom>
            <a:avLst/>
            <a:gdLst/>
            <a:ahLst/>
            <a:cxnLst/>
            <a:rect l="l" t="t" r="r" b="b"/>
            <a:pathLst>
              <a:path w="3176585" h="1790800">
                <a:moveTo>
                  <a:pt x="0" y="0"/>
                </a:moveTo>
                <a:lnTo>
                  <a:pt x="3176585" y="0"/>
                </a:lnTo>
                <a:lnTo>
                  <a:pt x="3176585" y="1790800"/>
                </a:lnTo>
                <a:lnTo>
                  <a:pt x="0" y="1790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2434979" y="4742050"/>
            <a:ext cx="3176585" cy="1790800"/>
          </a:xfrm>
          <a:custGeom>
            <a:avLst/>
            <a:gdLst/>
            <a:ahLst/>
            <a:cxnLst/>
            <a:rect l="l" t="t" r="r" b="b"/>
            <a:pathLst>
              <a:path w="3176585" h="1790800">
                <a:moveTo>
                  <a:pt x="0" y="0"/>
                </a:moveTo>
                <a:lnTo>
                  <a:pt x="3176584" y="0"/>
                </a:lnTo>
                <a:lnTo>
                  <a:pt x="3176584" y="1790800"/>
                </a:lnTo>
                <a:lnTo>
                  <a:pt x="0" y="1790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3533527" y="2845844"/>
            <a:ext cx="1336948" cy="133694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1468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15082" y="7092108"/>
            <a:ext cx="1336948" cy="133694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D8BC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85451" y="2845844"/>
            <a:ext cx="1336948" cy="133694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BC5CD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066801" y="7092108"/>
            <a:ext cx="1336948" cy="1336948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1BF8A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4202001" y="4182792"/>
            <a:ext cx="0" cy="559258"/>
          </a:xfrm>
          <a:prstGeom prst="line">
            <a:avLst/>
          </a:prstGeom>
          <a:ln w="47625" cap="flat">
            <a:solidFill>
              <a:srgbClr val="11468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V="1">
            <a:off x="7383556" y="6532850"/>
            <a:ext cx="0" cy="559258"/>
          </a:xfrm>
          <a:prstGeom prst="line">
            <a:avLst/>
          </a:prstGeom>
          <a:ln w="47625" cap="flat">
            <a:solidFill>
              <a:srgbClr val="1D8B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V="1">
            <a:off x="10553926" y="4182792"/>
            <a:ext cx="0" cy="559258"/>
          </a:xfrm>
          <a:prstGeom prst="line">
            <a:avLst/>
          </a:prstGeom>
          <a:ln w="47625" cap="flat">
            <a:solidFill>
              <a:srgbClr val="2BC5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 flipV="1">
            <a:off x="13735275" y="6532850"/>
            <a:ext cx="0" cy="559258"/>
          </a:xfrm>
          <a:prstGeom prst="line">
            <a:avLst/>
          </a:prstGeom>
          <a:ln w="47625" cap="flat">
            <a:solidFill>
              <a:srgbClr val="31BF8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3746315" y="3077429"/>
            <a:ext cx="911372" cy="873778"/>
          </a:xfrm>
          <a:custGeom>
            <a:avLst/>
            <a:gdLst/>
            <a:ahLst/>
            <a:cxnLst/>
            <a:rect l="l" t="t" r="r" b="b"/>
            <a:pathLst>
              <a:path w="911372" h="873778">
                <a:moveTo>
                  <a:pt x="0" y="0"/>
                </a:moveTo>
                <a:lnTo>
                  <a:pt x="911372" y="0"/>
                </a:lnTo>
                <a:lnTo>
                  <a:pt x="911372" y="873778"/>
                </a:lnTo>
                <a:lnTo>
                  <a:pt x="0" y="87377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10163526" y="3148318"/>
            <a:ext cx="780800" cy="732000"/>
          </a:xfrm>
          <a:custGeom>
            <a:avLst/>
            <a:gdLst/>
            <a:ahLst/>
            <a:cxnLst/>
            <a:rect l="l" t="t" r="r" b="b"/>
            <a:pathLst>
              <a:path w="780800" h="732000">
                <a:moveTo>
                  <a:pt x="0" y="0"/>
                </a:moveTo>
                <a:lnTo>
                  <a:pt x="780799" y="0"/>
                </a:lnTo>
                <a:lnTo>
                  <a:pt x="780799" y="732000"/>
                </a:lnTo>
                <a:lnTo>
                  <a:pt x="0" y="732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6959121" y="7426530"/>
            <a:ext cx="848870" cy="661057"/>
          </a:xfrm>
          <a:custGeom>
            <a:avLst/>
            <a:gdLst/>
            <a:ahLst/>
            <a:cxnLst/>
            <a:rect l="l" t="t" r="r" b="b"/>
            <a:pathLst>
              <a:path w="848870" h="661057">
                <a:moveTo>
                  <a:pt x="0" y="0"/>
                </a:moveTo>
                <a:lnTo>
                  <a:pt x="848870" y="0"/>
                </a:lnTo>
                <a:lnTo>
                  <a:pt x="848870" y="661057"/>
                </a:lnTo>
                <a:lnTo>
                  <a:pt x="0" y="66105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245763" y="7263558"/>
            <a:ext cx="979023" cy="979023"/>
          </a:xfrm>
          <a:custGeom>
            <a:avLst/>
            <a:gdLst/>
            <a:ahLst/>
            <a:cxnLst/>
            <a:rect l="l" t="t" r="r" b="b"/>
            <a:pathLst>
              <a:path w="979023" h="979023">
                <a:moveTo>
                  <a:pt x="0" y="0"/>
                </a:moveTo>
                <a:lnTo>
                  <a:pt x="979024" y="0"/>
                </a:lnTo>
                <a:lnTo>
                  <a:pt x="979024" y="979023"/>
                </a:lnTo>
                <a:lnTo>
                  <a:pt x="0" y="97902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475910" y="819150"/>
            <a:ext cx="11086148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 / Workflow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76437" y="6822004"/>
            <a:ext cx="2511111" cy="126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818" b="1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Teacher starts server → gets local IP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33527" y="5458488"/>
            <a:ext cx="1451390" cy="3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3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09145" y="5458488"/>
            <a:ext cx="1451390" cy="3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3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36781" y="3478814"/>
            <a:ext cx="2777071" cy="41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818" b="1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Classroom PC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98370" y="6822004"/>
            <a:ext cx="2511111" cy="840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818" b="1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Teacher chooses: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8464" y="7624451"/>
            <a:ext cx="2473872" cy="163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061" lvl="1" indent="-253531" algn="ctr">
              <a:lnSpc>
                <a:spcPts val="3288"/>
              </a:lnSpc>
              <a:buFont typeface="Arial"/>
              <a:buChar char="•"/>
            </a:pPr>
            <a:r>
              <a:rPr lang="en-US" sz="2348">
                <a:solidFill>
                  <a:srgbClr val="575757"/>
                </a:solidFill>
                <a:latin typeface="Canva Sans"/>
                <a:ea typeface="Canva Sans"/>
                <a:cs typeface="Canva Sans"/>
                <a:sym typeface="Canva Sans"/>
              </a:rPr>
              <a:t>Share screen</a:t>
            </a:r>
          </a:p>
          <a:p>
            <a:pPr marL="507061" lvl="1" indent="-253531" algn="ctr">
              <a:lnSpc>
                <a:spcPts val="3288"/>
              </a:lnSpc>
              <a:buFont typeface="Arial"/>
              <a:buChar char="•"/>
            </a:pPr>
            <a:r>
              <a:rPr lang="en-US" sz="2348">
                <a:solidFill>
                  <a:srgbClr val="575757"/>
                </a:solidFill>
                <a:latin typeface="Canva Sans"/>
                <a:ea typeface="Canva Sans"/>
                <a:cs typeface="Canva Sans"/>
                <a:sym typeface="Canva Sans"/>
              </a:rPr>
              <a:t>Upload/download files</a:t>
            </a:r>
          </a:p>
          <a:p>
            <a:pPr algn="ctr">
              <a:lnSpc>
                <a:spcPts val="3288"/>
              </a:lnSpc>
            </a:pPr>
            <a:endParaRPr lang="en-US" sz="2348">
              <a:solidFill>
                <a:srgbClr val="575757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172542" y="2855369"/>
            <a:ext cx="2769957" cy="840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818" b="1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communication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20585" y="3760669"/>
            <a:ext cx="2473872" cy="8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8"/>
              </a:lnSpc>
            </a:pPr>
            <a:r>
              <a:rPr lang="en-US" sz="2348">
                <a:solidFill>
                  <a:srgbClr val="575757"/>
                </a:solidFill>
                <a:latin typeface="Canva Sans"/>
                <a:ea typeface="Canva Sans"/>
                <a:cs typeface="Canva Sans"/>
                <a:sym typeface="Canva Sans"/>
              </a:rPr>
              <a:t>Via WebRTC + WebSocket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88380" y="3842218"/>
            <a:ext cx="2473872" cy="8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8"/>
              </a:lnSpc>
            </a:pPr>
            <a:r>
              <a:rPr lang="en-US" sz="2348">
                <a:solidFill>
                  <a:srgbClr val="575757"/>
                </a:solidFill>
                <a:latin typeface="Canva Sans"/>
                <a:ea typeface="Canva Sans"/>
                <a:cs typeface="Canva Sans"/>
                <a:sym typeface="Canva Sans"/>
              </a:rPr>
              <a:t>enters IP in browser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84763" y="5458488"/>
            <a:ext cx="1451390" cy="3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3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066801" y="5458488"/>
            <a:ext cx="1451390" cy="3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34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71106" y="3112895"/>
            <a:ext cx="2887496" cy="2284731"/>
          </a:xfrm>
          <a:custGeom>
            <a:avLst/>
            <a:gdLst/>
            <a:ahLst/>
            <a:cxnLst/>
            <a:rect l="l" t="t" r="r" b="b"/>
            <a:pathLst>
              <a:path w="2887496" h="2284731">
                <a:moveTo>
                  <a:pt x="0" y="0"/>
                </a:moveTo>
                <a:lnTo>
                  <a:pt x="2887496" y="0"/>
                </a:lnTo>
                <a:lnTo>
                  <a:pt x="2887496" y="2284732"/>
                </a:lnTo>
                <a:lnTo>
                  <a:pt x="0" y="2284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35733" y="5143500"/>
            <a:ext cx="2853565" cy="2293553"/>
          </a:xfrm>
          <a:custGeom>
            <a:avLst/>
            <a:gdLst/>
            <a:ahLst/>
            <a:cxnLst/>
            <a:rect l="l" t="t" r="r" b="b"/>
            <a:pathLst>
              <a:path w="2853565" h="2293553">
                <a:moveTo>
                  <a:pt x="0" y="0"/>
                </a:moveTo>
                <a:lnTo>
                  <a:pt x="2853566" y="0"/>
                </a:lnTo>
                <a:lnTo>
                  <a:pt x="2853566" y="2293553"/>
                </a:lnTo>
                <a:lnTo>
                  <a:pt x="0" y="2293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08676" y="3112895"/>
            <a:ext cx="3410666" cy="2583580"/>
          </a:xfrm>
          <a:custGeom>
            <a:avLst/>
            <a:gdLst/>
            <a:ahLst/>
            <a:cxnLst/>
            <a:rect l="l" t="t" r="r" b="b"/>
            <a:pathLst>
              <a:path w="3410666" h="2583580">
                <a:moveTo>
                  <a:pt x="0" y="0"/>
                </a:moveTo>
                <a:lnTo>
                  <a:pt x="3410666" y="0"/>
                </a:lnTo>
                <a:lnTo>
                  <a:pt x="3410666" y="2583580"/>
                </a:lnTo>
                <a:lnTo>
                  <a:pt x="0" y="258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371106" y="6773511"/>
            <a:ext cx="3362838" cy="2488500"/>
          </a:xfrm>
          <a:custGeom>
            <a:avLst/>
            <a:gdLst/>
            <a:ahLst/>
            <a:cxnLst/>
            <a:rect l="l" t="t" r="r" b="b"/>
            <a:pathLst>
              <a:path w="3362838" h="2488500">
                <a:moveTo>
                  <a:pt x="3362838" y="0"/>
                </a:moveTo>
                <a:lnTo>
                  <a:pt x="0" y="0"/>
                </a:lnTo>
                <a:lnTo>
                  <a:pt x="0" y="2488500"/>
                </a:lnTo>
                <a:lnTo>
                  <a:pt x="3362838" y="2488500"/>
                </a:lnTo>
                <a:lnTo>
                  <a:pt x="3362838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56504" y="6863046"/>
            <a:ext cx="3362838" cy="2488500"/>
          </a:xfrm>
          <a:custGeom>
            <a:avLst/>
            <a:gdLst/>
            <a:ahLst/>
            <a:cxnLst/>
            <a:rect l="l" t="t" r="r" b="b"/>
            <a:pathLst>
              <a:path w="3362838" h="2488500">
                <a:moveTo>
                  <a:pt x="0" y="0"/>
                </a:moveTo>
                <a:lnTo>
                  <a:pt x="3362838" y="0"/>
                </a:lnTo>
                <a:lnTo>
                  <a:pt x="3362838" y="2488500"/>
                </a:lnTo>
                <a:lnTo>
                  <a:pt x="0" y="2488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75910" y="819150"/>
            <a:ext cx="11086148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 / Workflow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1667" y="3055745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Teacher’s PC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3185" y="7379903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91378" y="7379903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1378" y="3055745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Classroom’s PC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984" y="3589146"/>
            <a:ext cx="352060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Hosts the server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49498" y="7908858"/>
            <a:ext cx="352060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Download/Share file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91378" y="7819323"/>
            <a:ext cx="352060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Download/Share file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91378" y="3589146"/>
            <a:ext cx="352060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the teacher’s screen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78555" y="7536431"/>
            <a:ext cx="316792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Wifi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290130" y="5055755"/>
            <a:ext cx="1814120" cy="2110976"/>
            <a:chOff x="0" y="0"/>
            <a:chExt cx="6985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44A796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84443" y="5055755"/>
            <a:ext cx="1814120" cy="2110976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D8033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46373" y="3334850"/>
            <a:ext cx="1814120" cy="2110976"/>
            <a:chOff x="0" y="0"/>
            <a:chExt cx="6985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C8BA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300094" y="3514331"/>
            <a:ext cx="1821303" cy="2161783"/>
          </a:xfrm>
          <a:custGeom>
            <a:avLst/>
            <a:gdLst/>
            <a:ahLst/>
            <a:cxnLst/>
            <a:rect l="l" t="t" r="r" b="b"/>
            <a:pathLst>
              <a:path w="1821303" h="2161783">
                <a:moveTo>
                  <a:pt x="0" y="0"/>
                </a:moveTo>
                <a:lnTo>
                  <a:pt x="1821302" y="0"/>
                </a:lnTo>
                <a:lnTo>
                  <a:pt x="1821302" y="2161784"/>
                </a:lnTo>
                <a:lnTo>
                  <a:pt x="0" y="2161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389442" y="5270381"/>
            <a:ext cx="1821303" cy="2161783"/>
          </a:xfrm>
          <a:custGeom>
            <a:avLst/>
            <a:gdLst/>
            <a:ahLst/>
            <a:cxnLst/>
            <a:rect l="l" t="t" r="r" b="b"/>
            <a:pathLst>
              <a:path w="1821303" h="2161783">
                <a:moveTo>
                  <a:pt x="0" y="0"/>
                </a:moveTo>
                <a:lnTo>
                  <a:pt x="1821303" y="0"/>
                </a:lnTo>
                <a:lnTo>
                  <a:pt x="1821303" y="2161783"/>
                </a:lnTo>
                <a:lnTo>
                  <a:pt x="0" y="2161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63015" y="6886398"/>
            <a:ext cx="1821303" cy="2161783"/>
          </a:xfrm>
          <a:custGeom>
            <a:avLst/>
            <a:gdLst/>
            <a:ahLst/>
            <a:cxnLst/>
            <a:rect l="l" t="t" r="r" b="b"/>
            <a:pathLst>
              <a:path w="1821303" h="2161783">
                <a:moveTo>
                  <a:pt x="0" y="0"/>
                </a:moveTo>
                <a:lnTo>
                  <a:pt x="1821303" y="0"/>
                </a:lnTo>
                <a:lnTo>
                  <a:pt x="1821303" y="2161784"/>
                </a:lnTo>
                <a:lnTo>
                  <a:pt x="0" y="2161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273792" y="3485756"/>
            <a:ext cx="1821303" cy="2161783"/>
          </a:xfrm>
          <a:custGeom>
            <a:avLst/>
            <a:gdLst/>
            <a:ahLst/>
            <a:cxnLst/>
            <a:rect l="l" t="t" r="r" b="b"/>
            <a:pathLst>
              <a:path w="1821303" h="2161783">
                <a:moveTo>
                  <a:pt x="0" y="0"/>
                </a:moveTo>
                <a:lnTo>
                  <a:pt x="1821302" y="0"/>
                </a:lnTo>
                <a:lnTo>
                  <a:pt x="1821302" y="2161784"/>
                </a:lnTo>
                <a:lnTo>
                  <a:pt x="0" y="2161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280550" y="5262123"/>
            <a:ext cx="1821303" cy="2161783"/>
          </a:xfrm>
          <a:custGeom>
            <a:avLst/>
            <a:gdLst/>
            <a:ahLst/>
            <a:cxnLst/>
            <a:rect l="l" t="t" r="r" b="b"/>
            <a:pathLst>
              <a:path w="1821303" h="2161783">
                <a:moveTo>
                  <a:pt x="0" y="0"/>
                </a:moveTo>
                <a:lnTo>
                  <a:pt x="1821303" y="0"/>
                </a:lnTo>
                <a:lnTo>
                  <a:pt x="1821303" y="2161783"/>
                </a:lnTo>
                <a:lnTo>
                  <a:pt x="0" y="21617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7342480" y="3446684"/>
            <a:ext cx="1621906" cy="1887308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18738C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42630" y="6769802"/>
            <a:ext cx="1814120" cy="2110976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9CC147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42480" y="6876873"/>
            <a:ext cx="1621906" cy="1887308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9CC147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87164" y="5167589"/>
            <a:ext cx="1621906" cy="1887308"/>
            <a:chOff x="0" y="0"/>
            <a:chExt cx="6985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44A796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0550" y="5167589"/>
            <a:ext cx="1621906" cy="1887308"/>
            <a:chOff x="0" y="0"/>
            <a:chExt cx="6985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DD8033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41468" y="3353900"/>
            <a:ext cx="1814120" cy="2110976"/>
            <a:chOff x="0" y="0"/>
            <a:chExt cx="6985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D9514B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27193" y="3456209"/>
            <a:ext cx="1621906" cy="1887308"/>
            <a:chOff x="0" y="0"/>
            <a:chExt cx="6985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D9514B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31943" y="6769802"/>
            <a:ext cx="1814120" cy="2110976"/>
            <a:chOff x="0" y="0"/>
            <a:chExt cx="6985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8738C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10426" y="3936160"/>
            <a:ext cx="989668" cy="369439"/>
            <a:chOff x="0" y="0"/>
            <a:chExt cx="1319557" cy="492585"/>
          </a:xfrm>
        </p:grpSpPr>
        <p:sp>
          <p:nvSpPr>
            <p:cNvPr id="42" name="AutoShape 42"/>
            <p:cNvSpPr/>
            <p:nvPr/>
          </p:nvSpPr>
          <p:spPr>
            <a:xfrm>
              <a:off x="102318" y="102318"/>
              <a:ext cx="1171696" cy="0"/>
            </a:xfrm>
            <a:prstGeom prst="line">
              <a:avLst/>
            </a:prstGeom>
            <a:ln w="25400" cap="flat">
              <a:solidFill>
                <a:srgbClr val="18738C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0" y="0"/>
              <a:ext cx="204637" cy="204637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738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182352" y="115018"/>
              <a:ext cx="137205" cy="377567"/>
              <a:chOff x="0" y="0"/>
              <a:chExt cx="27102" cy="7458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7102" cy="74581"/>
              </a:xfrm>
              <a:custGeom>
                <a:avLst/>
                <a:gdLst/>
                <a:ahLst/>
                <a:cxnLst/>
                <a:rect l="l" t="t" r="r" b="b"/>
                <a:pathLst>
                  <a:path w="27102" h="74581">
                    <a:moveTo>
                      <a:pt x="0" y="0"/>
                    </a:moveTo>
                    <a:lnTo>
                      <a:pt x="27102" y="0"/>
                    </a:lnTo>
                    <a:lnTo>
                      <a:pt x="27102" y="74581"/>
                    </a:lnTo>
                    <a:lnTo>
                      <a:pt x="0" y="74581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27102" cy="1222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310426" y="7366756"/>
            <a:ext cx="989668" cy="369439"/>
            <a:chOff x="0" y="0"/>
            <a:chExt cx="1319557" cy="492585"/>
          </a:xfrm>
        </p:grpSpPr>
        <p:sp>
          <p:nvSpPr>
            <p:cNvPr id="50" name="AutoShape 50"/>
            <p:cNvSpPr/>
            <p:nvPr/>
          </p:nvSpPr>
          <p:spPr>
            <a:xfrm>
              <a:off x="102318" y="102318"/>
              <a:ext cx="1171696" cy="0"/>
            </a:xfrm>
            <a:prstGeom prst="line">
              <a:avLst/>
            </a:prstGeom>
            <a:ln w="25400" cap="flat">
              <a:solidFill>
                <a:srgbClr val="9CC14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0" y="0"/>
              <a:ext cx="204637" cy="204637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CC14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182352" y="115018"/>
              <a:ext cx="137205" cy="377567"/>
              <a:chOff x="0" y="0"/>
              <a:chExt cx="27102" cy="7458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27102" cy="74581"/>
              </a:xfrm>
              <a:custGeom>
                <a:avLst/>
                <a:gdLst/>
                <a:ahLst/>
                <a:cxnLst/>
                <a:rect l="l" t="t" r="r" b="b"/>
                <a:pathLst>
                  <a:path w="27102" h="74581">
                    <a:moveTo>
                      <a:pt x="0" y="0"/>
                    </a:moveTo>
                    <a:lnTo>
                      <a:pt x="27102" y="0"/>
                    </a:lnTo>
                    <a:lnTo>
                      <a:pt x="27102" y="74581"/>
                    </a:lnTo>
                    <a:lnTo>
                      <a:pt x="0" y="74581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27102" cy="1222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352752" y="5647540"/>
            <a:ext cx="989668" cy="369656"/>
            <a:chOff x="0" y="0"/>
            <a:chExt cx="1319557" cy="492874"/>
          </a:xfrm>
        </p:grpSpPr>
        <p:sp>
          <p:nvSpPr>
            <p:cNvPr id="58" name="AutoShape 58"/>
            <p:cNvSpPr/>
            <p:nvPr/>
          </p:nvSpPr>
          <p:spPr>
            <a:xfrm>
              <a:off x="102318" y="102608"/>
              <a:ext cx="1171696" cy="0"/>
            </a:xfrm>
            <a:prstGeom prst="line">
              <a:avLst/>
            </a:prstGeom>
            <a:ln w="25400" cap="flat">
              <a:solidFill>
                <a:srgbClr val="44A796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0" y="0"/>
              <a:ext cx="204637" cy="204637"/>
              <a:chOff x="0" y="0"/>
              <a:chExt cx="812800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4A79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182352" y="115308"/>
              <a:ext cx="137205" cy="377567"/>
              <a:chOff x="0" y="0"/>
              <a:chExt cx="27102" cy="7458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7102" cy="74581"/>
              </a:xfrm>
              <a:custGeom>
                <a:avLst/>
                <a:gdLst/>
                <a:ahLst/>
                <a:cxnLst/>
                <a:rect l="l" t="t" r="r" b="b"/>
                <a:pathLst>
                  <a:path w="27102" h="74581">
                    <a:moveTo>
                      <a:pt x="0" y="0"/>
                    </a:moveTo>
                    <a:lnTo>
                      <a:pt x="27102" y="0"/>
                    </a:lnTo>
                    <a:lnTo>
                      <a:pt x="27102" y="74581"/>
                    </a:lnTo>
                    <a:lnTo>
                      <a:pt x="0" y="74581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47625"/>
                <a:ext cx="27102" cy="1222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10994612" y="3936160"/>
            <a:ext cx="1003952" cy="369439"/>
            <a:chOff x="0" y="0"/>
            <a:chExt cx="1338602" cy="492585"/>
          </a:xfrm>
        </p:grpSpPr>
        <p:sp>
          <p:nvSpPr>
            <p:cNvPr id="66" name="AutoShape 66"/>
            <p:cNvSpPr/>
            <p:nvPr/>
          </p:nvSpPr>
          <p:spPr>
            <a:xfrm>
              <a:off x="53616" y="102318"/>
              <a:ext cx="1171696" cy="0"/>
            </a:xfrm>
            <a:prstGeom prst="line">
              <a:avLst/>
            </a:prstGeom>
            <a:ln w="25400" cap="flat">
              <a:solidFill>
                <a:srgbClr val="D9514B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0" y="115018"/>
              <a:ext cx="137205" cy="377567"/>
              <a:chOff x="0" y="0"/>
              <a:chExt cx="27102" cy="7458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27102" cy="74581"/>
              </a:xfrm>
              <a:custGeom>
                <a:avLst/>
                <a:gdLst/>
                <a:ahLst/>
                <a:cxnLst/>
                <a:rect l="l" t="t" r="r" b="b"/>
                <a:pathLst>
                  <a:path w="27102" h="74581">
                    <a:moveTo>
                      <a:pt x="0" y="0"/>
                    </a:moveTo>
                    <a:lnTo>
                      <a:pt x="27102" y="0"/>
                    </a:lnTo>
                    <a:lnTo>
                      <a:pt x="27102" y="74581"/>
                    </a:lnTo>
                    <a:lnTo>
                      <a:pt x="0" y="74581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47625"/>
                <a:ext cx="27102" cy="1222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133966" y="0"/>
              <a:ext cx="204637" cy="204637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51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10994612" y="7366756"/>
            <a:ext cx="1003952" cy="369439"/>
            <a:chOff x="0" y="0"/>
            <a:chExt cx="1338602" cy="492585"/>
          </a:xfrm>
        </p:grpSpPr>
        <p:sp>
          <p:nvSpPr>
            <p:cNvPr id="74" name="AutoShape 74"/>
            <p:cNvSpPr/>
            <p:nvPr/>
          </p:nvSpPr>
          <p:spPr>
            <a:xfrm>
              <a:off x="53616" y="102318"/>
              <a:ext cx="1171696" cy="0"/>
            </a:xfrm>
            <a:prstGeom prst="line">
              <a:avLst/>
            </a:prstGeom>
            <a:ln w="25400" cap="flat">
              <a:solidFill>
                <a:srgbClr val="18738C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0" y="115018"/>
              <a:ext cx="137205" cy="377567"/>
              <a:chOff x="0" y="0"/>
              <a:chExt cx="27102" cy="7458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27102" cy="74581"/>
              </a:xfrm>
              <a:custGeom>
                <a:avLst/>
                <a:gdLst/>
                <a:ahLst/>
                <a:cxnLst/>
                <a:rect l="l" t="t" r="r" b="b"/>
                <a:pathLst>
                  <a:path w="27102" h="74581">
                    <a:moveTo>
                      <a:pt x="0" y="0"/>
                    </a:moveTo>
                    <a:lnTo>
                      <a:pt x="27102" y="0"/>
                    </a:lnTo>
                    <a:lnTo>
                      <a:pt x="27102" y="74581"/>
                    </a:lnTo>
                    <a:lnTo>
                      <a:pt x="0" y="74581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27102" cy="1222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1133966" y="0"/>
              <a:ext cx="204637" cy="204637"/>
              <a:chOff x="0" y="0"/>
              <a:chExt cx="812800" cy="8128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8738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81" name="Freeform 81"/>
          <p:cNvSpPr/>
          <p:nvPr/>
        </p:nvSpPr>
        <p:spPr>
          <a:xfrm>
            <a:off x="9397930" y="6914973"/>
            <a:ext cx="1821303" cy="2161783"/>
          </a:xfrm>
          <a:custGeom>
            <a:avLst/>
            <a:gdLst/>
            <a:ahLst/>
            <a:cxnLst/>
            <a:rect l="l" t="t" r="r" b="b"/>
            <a:pathLst>
              <a:path w="1821303" h="2161783">
                <a:moveTo>
                  <a:pt x="0" y="0"/>
                </a:moveTo>
                <a:lnTo>
                  <a:pt x="1821303" y="0"/>
                </a:lnTo>
                <a:lnTo>
                  <a:pt x="1821303" y="2161784"/>
                </a:lnTo>
                <a:lnTo>
                  <a:pt x="0" y="2161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2" name="Group 82"/>
          <p:cNvGrpSpPr/>
          <p:nvPr/>
        </p:nvGrpSpPr>
        <p:grpSpPr>
          <a:xfrm>
            <a:off x="9327193" y="6886398"/>
            <a:ext cx="1621906" cy="1887308"/>
            <a:chOff x="0" y="0"/>
            <a:chExt cx="6985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18738C"/>
            </a:solidFill>
            <a:ln cap="sq">
              <a:noFill/>
              <a:prstDash val="solid"/>
              <a:miter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1942171" y="5647540"/>
            <a:ext cx="1014234" cy="369656"/>
            <a:chOff x="0" y="0"/>
            <a:chExt cx="1352312" cy="492874"/>
          </a:xfrm>
        </p:grpSpPr>
        <p:sp>
          <p:nvSpPr>
            <p:cNvPr id="86" name="AutoShape 86"/>
            <p:cNvSpPr/>
            <p:nvPr/>
          </p:nvSpPr>
          <p:spPr>
            <a:xfrm>
              <a:off x="53616" y="102608"/>
              <a:ext cx="1171696" cy="0"/>
            </a:xfrm>
            <a:prstGeom prst="line">
              <a:avLst/>
            </a:prstGeom>
            <a:ln w="25400" cap="flat">
              <a:solidFill>
                <a:srgbClr val="DD803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147675" y="0"/>
              <a:ext cx="204637" cy="204637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8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0" y="115308"/>
              <a:ext cx="137205" cy="377567"/>
              <a:chOff x="0" y="0"/>
              <a:chExt cx="27102" cy="74581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27102" cy="74581"/>
              </a:xfrm>
              <a:custGeom>
                <a:avLst/>
                <a:gdLst/>
                <a:ahLst/>
                <a:cxnLst/>
                <a:rect l="l" t="t" r="r" b="b"/>
                <a:pathLst>
                  <a:path w="27102" h="74581">
                    <a:moveTo>
                      <a:pt x="0" y="0"/>
                    </a:moveTo>
                    <a:lnTo>
                      <a:pt x="27102" y="0"/>
                    </a:lnTo>
                    <a:lnTo>
                      <a:pt x="27102" y="74581"/>
                    </a:lnTo>
                    <a:lnTo>
                      <a:pt x="0" y="74581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0" y="-47625"/>
                <a:ext cx="27102" cy="1222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3" name="Freeform 93"/>
          <p:cNvSpPr/>
          <p:nvPr/>
        </p:nvSpPr>
        <p:spPr>
          <a:xfrm>
            <a:off x="7770848" y="7423906"/>
            <a:ext cx="757684" cy="820226"/>
          </a:xfrm>
          <a:custGeom>
            <a:avLst/>
            <a:gdLst/>
            <a:ahLst/>
            <a:cxnLst/>
            <a:rect l="l" t="t" r="r" b="b"/>
            <a:pathLst>
              <a:path w="757684" h="820226">
                <a:moveTo>
                  <a:pt x="0" y="0"/>
                </a:moveTo>
                <a:lnTo>
                  <a:pt x="757684" y="0"/>
                </a:lnTo>
                <a:lnTo>
                  <a:pt x="757684" y="820226"/>
                </a:lnTo>
                <a:lnTo>
                  <a:pt x="0" y="820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4" name="Freeform 94"/>
          <p:cNvSpPr/>
          <p:nvPr/>
        </p:nvSpPr>
        <p:spPr>
          <a:xfrm rot="2480826">
            <a:off x="-97726" y="-1143580"/>
            <a:ext cx="2252853" cy="2287160"/>
          </a:xfrm>
          <a:custGeom>
            <a:avLst/>
            <a:gdLst/>
            <a:ahLst/>
            <a:cxnLst/>
            <a:rect l="l" t="t" r="r" b="b"/>
            <a:pathLst>
              <a:path w="2252853" h="2287160">
                <a:moveTo>
                  <a:pt x="0" y="0"/>
                </a:moveTo>
                <a:lnTo>
                  <a:pt x="2252852" y="0"/>
                </a:lnTo>
                <a:lnTo>
                  <a:pt x="2252852" y="2287160"/>
                </a:lnTo>
                <a:lnTo>
                  <a:pt x="0" y="22871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2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95" name="Freeform 95"/>
          <p:cNvSpPr/>
          <p:nvPr/>
        </p:nvSpPr>
        <p:spPr>
          <a:xfrm rot="-320494">
            <a:off x="14769194" y="9439762"/>
            <a:ext cx="5532983" cy="1694476"/>
          </a:xfrm>
          <a:custGeom>
            <a:avLst/>
            <a:gdLst/>
            <a:ahLst/>
            <a:cxnLst/>
            <a:rect l="l" t="t" r="r" b="b"/>
            <a:pathLst>
              <a:path w="5532983" h="1694476">
                <a:moveTo>
                  <a:pt x="0" y="0"/>
                </a:moveTo>
                <a:lnTo>
                  <a:pt x="5532983" y="0"/>
                </a:lnTo>
                <a:lnTo>
                  <a:pt x="5532983" y="1694476"/>
                </a:lnTo>
                <a:lnTo>
                  <a:pt x="0" y="16944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2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7670624" y="3884878"/>
            <a:ext cx="913619" cy="1010920"/>
          </a:xfrm>
          <a:custGeom>
            <a:avLst/>
            <a:gdLst/>
            <a:ahLst/>
            <a:cxnLst/>
            <a:rect l="l" t="t" r="r" b="b"/>
            <a:pathLst>
              <a:path w="913619" h="1010920">
                <a:moveTo>
                  <a:pt x="0" y="0"/>
                </a:moveTo>
                <a:lnTo>
                  <a:pt x="913619" y="0"/>
                </a:lnTo>
                <a:lnTo>
                  <a:pt x="913619" y="1010920"/>
                </a:lnTo>
                <a:lnTo>
                  <a:pt x="0" y="10109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97" name="Freeform 97"/>
          <p:cNvSpPr/>
          <p:nvPr/>
        </p:nvSpPr>
        <p:spPr>
          <a:xfrm>
            <a:off x="9606150" y="3885373"/>
            <a:ext cx="1063991" cy="1048031"/>
          </a:xfrm>
          <a:custGeom>
            <a:avLst/>
            <a:gdLst/>
            <a:ahLst/>
            <a:cxnLst/>
            <a:rect l="l" t="t" r="r" b="b"/>
            <a:pathLst>
              <a:path w="1063991" h="1048031">
                <a:moveTo>
                  <a:pt x="0" y="0"/>
                </a:moveTo>
                <a:lnTo>
                  <a:pt x="1063991" y="0"/>
                </a:lnTo>
                <a:lnTo>
                  <a:pt x="1063991" y="1048031"/>
                </a:lnTo>
                <a:lnTo>
                  <a:pt x="0" y="104803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10451242" y="5458537"/>
            <a:ext cx="1248261" cy="1248261"/>
          </a:xfrm>
          <a:custGeom>
            <a:avLst/>
            <a:gdLst/>
            <a:ahLst/>
            <a:cxnLst/>
            <a:rect l="l" t="t" r="r" b="b"/>
            <a:pathLst>
              <a:path w="1248261" h="1248261">
                <a:moveTo>
                  <a:pt x="0" y="0"/>
                </a:moveTo>
                <a:lnTo>
                  <a:pt x="1248261" y="0"/>
                </a:lnTo>
                <a:lnTo>
                  <a:pt x="1248261" y="1248262"/>
                </a:lnTo>
                <a:lnTo>
                  <a:pt x="0" y="12482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99" name="Freeform 99"/>
          <p:cNvSpPr/>
          <p:nvPr/>
        </p:nvSpPr>
        <p:spPr>
          <a:xfrm>
            <a:off x="9585740" y="7279258"/>
            <a:ext cx="1125575" cy="1125575"/>
          </a:xfrm>
          <a:custGeom>
            <a:avLst/>
            <a:gdLst/>
            <a:ahLst/>
            <a:cxnLst/>
            <a:rect l="l" t="t" r="r" b="b"/>
            <a:pathLst>
              <a:path w="1125575" h="1125575">
                <a:moveTo>
                  <a:pt x="0" y="0"/>
                </a:moveTo>
                <a:lnTo>
                  <a:pt x="1125576" y="0"/>
                </a:lnTo>
                <a:lnTo>
                  <a:pt x="1125576" y="1125575"/>
                </a:lnTo>
                <a:lnTo>
                  <a:pt x="0" y="112557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00" name="Freeform 100"/>
          <p:cNvSpPr/>
          <p:nvPr/>
        </p:nvSpPr>
        <p:spPr>
          <a:xfrm>
            <a:off x="6586552" y="5565211"/>
            <a:ext cx="1221277" cy="1117468"/>
          </a:xfrm>
          <a:custGeom>
            <a:avLst/>
            <a:gdLst/>
            <a:ahLst/>
            <a:cxnLst/>
            <a:rect l="l" t="t" r="r" b="b"/>
            <a:pathLst>
              <a:path w="1221277" h="1117468">
                <a:moveTo>
                  <a:pt x="0" y="0"/>
                </a:moveTo>
                <a:lnTo>
                  <a:pt x="1221276" y="0"/>
                </a:lnTo>
                <a:lnTo>
                  <a:pt x="1221276" y="1117468"/>
                </a:lnTo>
                <a:lnTo>
                  <a:pt x="0" y="111746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01" name="TextBox 101"/>
          <p:cNvSpPr txBox="1"/>
          <p:nvPr/>
        </p:nvSpPr>
        <p:spPr>
          <a:xfrm>
            <a:off x="6890802" y="904875"/>
            <a:ext cx="4506397" cy="104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Features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180461" y="3787157"/>
            <a:ext cx="4557219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18738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Prevents virus-infected USB dependency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2655788" y="3650840"/>
            <a:ext cx="3600882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9514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Offline LAN-based screen sharing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871918" y="1949858"/>
            <a:ext cx="854416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Fast, secure, and simple local classroom collaboration system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180461" y="5498536"/>
            <a:ext cx="36004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Simple and minimal interface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3503513" y="5498536"/>
            <a:ext cx="355994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DD80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File upload, download &amp; delete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643139" y="7212583"/>
            <a:ext cx="4085389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1">
                <a:solidFill>
                  <a:srgbClr val="9CC14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Device-independent -works on browser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551013" y="7212583"/>
            <a:ext cx="4984672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8738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external software installation on classroom PC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44171" y="5979469"/>
            <a:ext cx="4354286" cy="4114800"/>
          </a:xfrm>
          <a:custGeom>
            <a:avLst/>
            <a:gdLst/>
            <a:ahLst/>
            <a:cxnLst/>
            <a:rect l="l" t="t" r="r" b="b"/>
            <a:pathLst>
              <a:path w="4354286" h="4114800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77143" y="190959"/>
            <a:ext cx="4354286" cy="4114800"/>
          </a:xfrm>
          <a:custGeom>
            <a:avLst/>
            <a:gdLst/>
            <a:ahLst/>
            <a:cxnLst/>
            <a:rect l="l" t="t" r="r" b="b"/>
            <a:pathLst>
              <a:path w="4354286" h="4114800">
                <a:moveTo>
                  <a:pt x="0" y="0"/>
                </a:moveTo>
                <a:lnTo>
                  <a:pt x="4354286" y="0"/>
                </a:lnTo>
                <a:lnTo>
                  <a:pt x="4354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H="1" flipV="1">
            <a:off x="3571679" y="3980834"/>
            <a:ext cx="0" cy="1532499"/>
          </a:xfrm>
          <a:prstGeom prst="line">
            <a:avLst/>
          </a:prstGeom>
          <a:ln w="85725" cap="flat">
            <a:solidFill>
              <a:srgbClr val="FFA3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H="1" flipV="1">
            <a:off x="5823480" y="1384221"/>
            <a:ext cx="0" cy="1528614"/>
          </a:xfrm>
          <a:prstGeom prst="line">
            <a:avLst/>
          </a:prstGeom>
          <a:ln w="85725" cap="flat">
            <a:solidFill>
              <a:srgbClr val="FF7B7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1387686" y="1384221"/>
            <a:ext cx="0" cy="1524807"/>
          </a:xfrm>
          <a:prstGeom prst="line">
            <a:avLst/>
          </a:prstGeom>
          <a:ln w="85725" cap="flat">
            <a:solidFill>
              <a:srgbClr val="FF5E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13900563" y="3938225"/>
            <a:ext cx="0" cy="1532499"/>
          </a:xfrm>
          <a:prstGeom prst="line">
            <a:avLst/>
          </a:prstGeom>
          <a:ln w="85725" cap="flat">
            <a:solidFill>
              <a:srgbClr val="D359C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14524679" y="6806230"/>
            <a:ext cx="0" cy="1788673"/>
          </a:xfrm>
          <a:prstGeom prst="line">
            <a:avLst/>
          </a:prstGeom>
          <a:ln w="85725" cap="flat">
            <a:solidFill>
              <a:srgbClr val="7765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 flipV="1">
            <a:off x="2787002" y="6808932"/>
            <a:ext cx="0" cy="1791650"/>
          </a:xfrm>
          <a:prstGeom prst="line">
            <a:avLst/>
          </a:prstGeom>
          <a:ln w="85725" cap="flat">
            <a:solidFill>
              <a:srgbClr val="FDCB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 rot="-5400000">
            <a:off x="7829372" y="5174120"/>
            <a:ext cx="1902519" cy="5554799"/>
          </a:xfrm>
          <a:custGeom>
            <a:avLst/>
            <a:gdLst/>
            <a:ahLst/>
            <a:cxnLst/>
            <a:rect l="l" t="t" r="r" b="b"/>
            <a:pathLst>
              <a:path w="1902519" h="5554799">
                <a:moveTo>
                  <a:pt x="0" y="0"/>
                </a:moveTo>
                <a:lnTo>
                  <a:pt x="1902519" y="0"/>
                </a:lnTo>
                <a:lnTo>
                  <a:pt x="1902519" y="5554799"/>
                </a:lnTo>
                <a:lnTo>
                  <a:pt x="0" y="5554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 flipV="1">
            <a:off x="3733562" y="5877124"/>
            <a:ext cx="2241360" cy="3362040"/>
          </a:xfrm>
          <a:custGeom>
            <a:avLst/>
            <a:gdLst/>
            <a:ahLst/>
            <a:cxnLst/>
            <a:rect l="l" t="t" r="r" b="b"/>
            <a:pathLst>
              <a:path w="2241360" h="3362040">
                <a:moveTo>
                  <a:pt x="0" y="3362040"/>
                </a:moveTo>
                <a:lnTo>
                  <a:pt x="2241361" y="3362040"/>
                </a:lnTo>
                <a:lnTo>
                  <a:pt x="2241361" y="0"/>
                </a:lnTo>
                <a:lnTo>
                  <a:pt x="0" y="0"/>
                </a:lnTo>
                <a:lnTo>
                  <a:pt x="0" y="336204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700000">
            <a:off x="3429953" y="6708892"/>
            <a:ext cx="1698504" cy="1698504"/>
          </a:xfrm>
          <a:custGeom>
            <a:avLst/>
            <a:gdLst/>
            <a:ahLst/>
            <a:cxnLst/>
            <a:rect l="l" t="t" r="r" b="b"/>
            <a:pathLst>
              <a:path w="1698504" h="1698504">
                <a:moveTo>
                  <a:pt x="0" y="0"/>
                </a:moveTo>
                <a:lnTo>
                  <a:pt x="1698504" y="0"/>
                </a:lnTo>
                <a:lnTo>
                  <a:pt x="1698504" y="1698504"/>
                </a:lnTo>
                <a:lnTo>
                  <a:pt x="0" y="1698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 flipV="1">
            <a:off x="11586341" y="5877124"/>
            <a:ext cx="2241360" cy="3362040"/>
          </a:xfrm>
          <a:custGeom>
            <a:avLst/>
            <a:gdLst/>
            <a:ahLst/>
            <a:cxnLst/>
            <a:rect l="l" t="t" r="r" b="b"/>
            <a:pathLst>
              <a:path w="2241360" h="3362040">
                <a:moveTo>
                  <a:pt x="0" y="3362040"/>
                </a:moveTo>
                <a:lnTo>
                  <a:pt x="2241360" y="3362040"/>
                </a:lnTo>
                <a:lnTo>
                  <a:pt x="2241360" y="0"/>
                </a:lnTo>
                <a:lnTo>
                  <a:pt x="0" y="0"/>
                </a:lnTo>
                <a:lnTo>
                  <a:pt x="0" y="336204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700000">
            <a:off x="12432806" y="6708892"/>
            <a:ext cx="1698504" cy="1698504"/>
          </a:xfrm>
          <a:custGeom>
            <a:avLst/>
            <a:gdLst/>
            <a:ahLst/>
            <a:cxnLst/>
            <a:rect l="l" t="t" r="r" b="b"/>
            <a:pathLst>
              <a:path w="1698504" h="1698504">
                <a:moveTo>
                  <a:pt x="0" y="0"/>
                </a:moveTo>
                <a:lnTo>
                  <a:pt x="1698504" y="0"/>
                </a:lnTo>
                <a:lnTo>
                  <a:pt x="1698504" y="1698504"/>
                </a:lnTo>
                <a:lnTo>
                  <a:pt x="0" y="1698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7560000" flipV="1">
            <a:off x="4483436" y="3569251"/>
            <a:ext cx="2241360" cy="3362040"/>
          </a:xfrm>
          <a:custGeom>
            <a:avLst/>
            <a:gdLst/>
            <a:ahLst/>
            <a:cxnLst/>
            <a:rect l="l" t="t" r="r" b="b"/>
            <a:pathLst>
              <a:path w="2241360" h="3362040">
                <a:moveTo>
                  <a:pt x="0" y="3362040"/>
                </a:moveTo>
                <a:lnTo>
                  <a:pt x="2241360" y="3362040"/>
                </a:lnTo>
                <a:lnTo>
                  <a:pt x="2241360" y="0"/>
                </a:lnTo>
                <a:lnTo>
                  <a:pt x="0" y="0"/>
                </a:lnTo>
                <a:lnTo>
                  <a:pt x="0" y="336204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2700000">
            <a:off x="4289649" y="4063020"/>
            <a:ext cx="1698504" cy="1698504"/>
          </a:xfrm>
          <a:custGeom>
            <a:avLst/>
            <a:gdLst/>
            <a:ahLst/>
            <a:cxnLst/>
            <a:rect l="l" t="t" r="r" b="b"/>
            <a:pathLst>
              <a:path w="1698504" h="1698504">
                <a:moveTo>
                  <a:pt x="0" y="0"/>
                </a:moveTo>
                <a:lnTo>
                  <a:pt x="1698504" y="0"/>
                </a:lnTo>
                <a:lnTo>
                  <a:pt x="1698504" y="1698504"/>
                </a:lnTo>
                <a:lnTo>
                  <a:pt x="0" y="16985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9720000" flipV="1">
            <a:off x="6446631" y="2142906"/>
            <a:ext cx="2241360" cy="3362040"/>
          </a:xfrm>
          <a:custGeom>
            <a:avLst/>
            <a:gdLst/>
            <a:ahLst/>
            <a:cxnLst/>
            <a:rect l="l" t="t" r="r" b="b"/>
            <a:pathLst>
              <a:path w="2241360" h="3362040">
                <a:moveTo>
                  <a:pt x="0" y="3362040"/>
                </a:moveTo>
                <a:lnTo>
                  <a:pt x="2241360" y="3362040"/>
                </a:lnTo>
                <a:lnTo>
                  <a:pt x="2241360" y="0"/>
                </a:lnTo>
                <a:lnTo>
                  <a:pt x="0" y="0"/>
                </a:lnTo>
                <a:lnTo>
                  <a:pt x="0" y="336204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2700000">
            <a:off x="6540363" y="2427781"/>
            <a:ext cx="1698504" cy="1698504"/>
          </a:xfrm>
          <a:custGeom>
            <a:avLst/>
            <a:gdLst/>
            <a:ahLst/>
            <a:cxnLst/>
            <a:rect l="l" t="t" r="r" b="b"/>
            <a:pathLst>
              <a:path w="1698504" h="1698504">
                <a:moveTo>
                  <a:pt x="0" y="0"/>
                </a:moveTo>
                <a:lnTo>
                  <a:pt x="1698503" y="0"/>
                </a:lnTo>
                <a:lnTo>
                  <a:pt x="1698503" y="1698504"/>
                </a:lnTo>
                <a:lnTo>
                  <a:pt x="0" y="169850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7560000" flipV="1">
            <a:off x="10836467" y="3569251"/>
            <a:ext cx="2241360" cy="3362040"/>
          </a:xfrm>
          <a:custGeom>
            <a:avLst/>
            <a:gdLst/>
            <a:ahLst/>
            <a:cxnLst/>
            <a:rect l="l" t="t" r="r" b="b"/>
            <a:pathLst>
              <a:path w="2241360" h="3362040">
                <a:moveTo>
                  <a:pt x="0" y="3362040"/>
                </a:moveTo>
                <a:lnTo>
                  <a:pt x="2241360" y="3362040"/>
                </a:lnTo>
                <a:lnTo>
                  <a:pt x="2241360" y="0"/>
                </a:lnTo>
                <a:lnTo>
                  <a:pt x="0" y="0"/>
                </a:lnTo>
                <a:lnTo>
                  <a:pt x="0" y="336204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2700000">
            <a:off x="11573110" y="4063020"/>
            <a:ext cx="1698504" cy="1698504"/>
          </a:xfrm>
          <a:custGeom>
            <a:avLst/>
            <a:gdLst/>
            <a:ahLst/>
            <a:cxnLst/>
            <a:rect l="l" t="t" r="r" b="b"/>
            <a:pathLst>
              <a:path w="1698504" h="1698504">
                <a:moveTo>
                  <a:pt x="0" y="0"/>
                </a:moveTo>
                <a:lnTo>
                  <a:pt x="1698504" y="0"/>
                </a:lnTo>
                <a:lnTo>
                  <a:pt x="1698504" y="1698504"/>
                </a:lnTo>
                <a:lnTo>
                  <a:pt x="0" y="169850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9720000" flipV="1">
            <a:off x="8873273" y="2142906"/>
            <a:ext cx="2241360" cy="3362040"/>
          </a:xfrm>
          <a:custGeom>
            <a:avLst/>
            <a:gdLst/>
            <a:ahLst/>
            <a:cxnLst/>
            <a:rect l="l" t="t" r="r" b="b"/>
            <a:pathLst>
              <a:path w="2241360" h="3362040">
                <a:moveTo>
                  <a:pt x="0" y="3362040"/>
                </a:moveTo>
                <a:lnTo>
                  <a:pt x="2241360" y="3362040"/>
                </a:lnTo>
                <a:lnTo>
                  <a:pt x="2241360" y="0"/>
                </a:lnTo>
                <a:lnTo>
                  <a:pt x="0" y="0"/>
                </a:lnTo>
                <a:lnTo>
                  <a:pt x="0" y="336204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2700000">
            <a:off x="9322397" y="2427781"/>
            <a:ext cx="1698504" cy="1698504"/>
          </a:xfrm>
          <a:custGeom>
            <a:avLst/>
            <a:gdLst/>
            <a:ahLst/>
            <a:cxnLst/>
            <a:rect l="l" t="t" r="r" b="b"/>
            <a:pathLst>
              <a:path w="1698504" h="1698504">
                <a:moveTo>
                  <a:pt x="0" y="0"/>
                </a:moveTo>
                <a:lnTo>
                  <a:pt x="1698504" y="0"/>
                </a:lnTo>
                <a:lnTo>
                  <a:pt x="1698504" y="1698504"/>
                </a:lnTo>
                <a:lnTo>
                  <a:pt x="0" y="169850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-10800000">
            <a:off x="5950284" y="4851269"/>
            <a:ext cx="5660696" cy="3176022"/>
            <a:chOff x="0" y="0"/>
            <a:chExt cx="660400" cy="3705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370528"/>
            </a:xfrm>
            <a:custGeom>
              <a:avLst/>
              <a:gdLst/>
              <a:ahLst/>
              <a:cxnLst/>
              <a:rect l="l" t="t" r="r" b="b"/>
              <a:pathLst>
                <a:path w="660400" h="370528">
                  <a:moveTo>
                    <a:pt x="220252" y="351459"/>
                  </a:moveTo>
                  <a:cubicBezTo>
                    <a:pt x="254109" y="362973"/>
                    <a:pt x="292600" y="370528"/>
                    <a:pt x="330378" y="370528"/>
                  </a:cubicBezTo>
                  <a:cubicBezTo>
                    <a:pt x="368157" y="370528"/>
                    <a:pt x="404509" y="364051"/>
                    <a:pt x="438009" y="352537"/>
                  </a:cubicBezTo>
                  <a:cubicBezTo>
                    <a:pt x="438723" y="352178"/>
                    <a:pt x="439435" y="352178"/>
                    <a:pt x="440148" y="351818"/>
                  </a:cubicBezTo>
                  <a:cubicBezTo>
                    <a:pt x="565955" y="305763"/>
                    <a:pt x="658618" y="184149"/>
                    <a:pt x="660400" y="5185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1811"/>
                  </a:lnTo>
                  <a:cubicBezTo>
                    <a:pt x="1782" y="184868"/>
                    <a:pt x="93019" y="306483"/>
                    <a:pt x="220252" y="3514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60400" cy="281628"/>
            </a:xfrm>
            <a:prstGeom prst="rect">
              <a:avLst/>
            </a:prstGeom>
          </p:spPr>
          <p:txBody>
            <a:bodyPr lIns="48319" tIns="48319" rIns="48319" bIns="48319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9737452" y="2842836"/>
            <a:ext cx="868395" cy="868395"/>
          </a:xfrm>
          <a:custGeom>
            <a:avLst/>
            <a:gdLst/>
            <a:ahLst/>
            <a:cxnLst/>
            <a:rect l="l" t="t" r="r" b="b"/>
            <a:pathLst>
              <a:path w="868395" h="868395">
                <a:moveTo>
                  <a:pt x="0" y="0"/>
                </a:moveTo>
                <a:lnTo>
                  <a:pt x="868395" y="0"/>
                </a:lnTo>
                <a:lnTo>
                  <a:pt x="868395" y="868395"/>
                </a:lnTo>
                <a:lnTo>
                  <a:pt x="0" y="86839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759259" y="2646677"/>
            <a:ext cx="1260711" cy="1260711"/>
          </a:xfrm>
          <a:custGeom>
            <a:avLst/>
            <a:gdLst/>
            <a:ahLst/>
            <a:cxnLst/>
            <a:rect l="l" t="t" r="r" b="b"/>
            <a:pathLst>
              <a:path w="1260711" h="1260711">
                <a:moveTo>
                  <a:pt x="0" y="0"/>
                </a:moveTo>
                <a:lnTo>
                  <a:pt x="1260711" y="0"/>
                </a:lnTo>
                <a:lnTo>
                  <a:pt x="1260711" y="1260712"/>
                </a:lnTo>
                <a:lnTo>
                  <a:pt x="0" y="126071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544118" y="4637503"/>
            <a:ext cx="1189567" cy="564681"/>
          </a:xfrm>
          <a:custGeom>
            <a:avLst/>
            <a:gdLst/>
            <a:ahLst/>
            <a:cxnLst/>
            <a:rect l="l" t="t" r="r" b="b"/>
            <a:pathLst>
              <a:path w="1189567" h="564681">
                <a:moveTo>
                  <a:pt x="0" y="0"/>
                </a:moveTo>
                <a:lnTo>
                  <a:pt x="1189567" y="0"/>
                </a:lnTo>
                <a:lnTo>
                  <a:pt x="1189567" y="564681"/>
                </a:lnTo>
                <a:lnTo>
                  <a:pt x="0" y="56468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859228" y="7207394"/>
            <a:ext cx="819897" cy="819897"/>
          </a:xfrm>
          <a:custGeom>
            <a:avLst/>
            <a:gdLst/>
            <a:ahLst/>
            <a:cxnLst/>
            <a:rect l="l" t="t" r="r" b="b"/>
            <a:pathLst>
              <a:path w="819897" h="819897">
                <a:moveTo>
                  <a:pt x="0" y="0"/>
                </a:moveTo>
                <a:lnTo>
                  <a:pt x="819898" y="0"/>
                </a:lnTo>
                <a:lnTo>
                  <a:pt x="819898" y="819897"/>
                </a:lnTo>
                <a:lnTo>
                  <a:pt x="0" y="81989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933357" y="4397309"/>
            <a:ext cx="1074197" cy="996318"/>
          </a:xfrm>
          <a:custGeom>
            <a:avLst/>
            <a:gdLst/>
            <a:ahLst/>
            <a:cxnLst/>
            <a:rect l="l" t="t" r="r" b="b"/>
            <a:pathLst>
              <a:path w="1074197" h="996318">
                <a:moveTo>
                  <a:pt x="0" y="0"/>
                </a:moveTo>
                <a:lnTo>
                  <a:pt x="1074197" y="0"/>
                </a:lnTo>
                <a:lnTo>
                  <a:pt x="1074197" y="996318"/>
                </a:lnTo>
                <a:lnTo>
                  <a:pt x="0" y="99631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931686" y="7150730"/>
            <a:ext cx="816870" cy="814828"/>
          </a:xfrm>
          <a:custGeom>
            <a:avLst/>
            <a:gdLst/>
            <a:ahLst/>
            <a:cxnLst/>
            <a:rect l="l" t="t" r="r" b="b"/>
            <a:pathLst>
              <a:path w="816870" h="814828">
                <a:moveTo>
                  <a:pt x="0" y="0"/>
                </a:moveTo>
                <a:lnTo>
                  <a:pt x="816870" y="0"/>
                </a:lnTo>
                <a:lnTo>
                  <a:pt x="816870" y="814828"/>
                </a:lnTo>
                <a:lnTo>
                  <a:pt x="0" y="81482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339925" y="6182684"/>
            <a:ext cx="5004827" cy="126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sz="3994" b="1">
                <a:solidFill>
                  <a:srgbClr val="000000"/>
                </a:solidFill>
                <a:latin typeface="Touvlo Bold"/>
                <a:ea typeface="Touvlo Bold"/>
                <a:cs typeface="Touvlo Bold"/>
                <a:sym typeface="Touvlo Bold"/>
              </a:rPr>
              <a:t>TECHNOLOGY STACK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5202" y="4285346"/>
            <a:ext cx="2745405" cy="44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68"/>
              </a:lnSpc>
            </a:pPr>
            <a:r>
              <a:rPr lang="en-US" sz="305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Database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05228" y="1622530"/>
            <a:ext cx="3945741" cy="44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68"/>
              </a:lnSpc>
            </a:pPr>
            <a:r>
              <a:rPr lang="en-US" sz="305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Frontend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0" y="7044539"/>
            <a:ext cx="2495823" cy="44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68"/>
              </a:lnSpc>
            </a:pPr>
            <a:r>
              <a:rPr lang="en-US" sz="305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Hosting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151" y="7557679"/>
            <a:ext cx="2400672" cy="72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Local Wi-Fi network (offline)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5202" y="4733388"/>
            <a:ext cx="2745405" cy="3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SQLite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40181" y="2132891"/>
            <a:ext cx="3792120" cy="3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HTML, CSS, JavaScript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82026" y="1622530"/>
            <a:ext cx="2745405" cy="44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305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Backend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194904" y="3947750"/>
            <a:ext cx="4093096" cy="90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305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Real-Time Communication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819019" y="7044539"/>
            <a:ext cx="3049339" cy="448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305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Local Streaming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682026" y="2132891"/>
            <a:ext cx="3133042" cy="3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Django (Python)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194904" y="4895468"/>
            <a:ext cx="2745405" cy="72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Django Channels, WebRTC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819019" y="7554977"/>
            <a:ext cx="3468981" cy="3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WebRTC Peer-to-Peer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4673" y="3117265"/>
            <a:ext cx="8929897" cy="7169735"/>
            <a:chOff x="0" y="0"/>
            <a:chExt cx="7467600" cy="5995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4805" r="-4805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281792" y="3117265"/>
            <a:ext cx="8929897" cy="7169735"/>
            <a:chOff x="0" y="0"/>
            <a:chExt cx="7467600" cy="59956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4662" r="-466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4237137" y="904875"/>
            <a:ext cx="9813727" cy="104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Screenshots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99396" y="2345740"/>
            <a:ext cx="3600450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Home Page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46516" y="2345740"/>
            <a:ext cx="3600450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Screen share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7137" y="904875"/>
            <a:ext cx="9813727" cy="104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Screenshots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92826" y="2319652"/>
            <a:ext cx="3600450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View Page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57741" y="2319652"/>
            <a:ext cx="3600450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File Share Page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4673" y="3117265"/>
            <a:ext cx="8929897" cy="7169735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5569" r="-5569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281792" y="3117265"/>
            <a:ext cx="8929897" cy="7169735"/>
            <a:chOff x="0" y="0"/>
            <a:chExt cx="7467600" cy="59956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429510" y="5210810"/>
              <a:ext cx="2606040" cy="791210"/>
            </a:xfrm>
            <a:custGeom>
              <a:avLst/>
              <a:gdLst/>
              <a:ahLst/>
              <a:cxnLst/>
              <a:rect l="l" t="t" r="r" b="b"/>
              <a:pathLst>
                <a:path w="2606040" h="79121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5569" r="-556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9758" y="1188889"/>
            <a:ext cx="1282848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Design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06724" y="2866736"/>
            <a:ext cx="2842384" cy="4160196"/>
            <a:chOff x="0" y="0"/>
            <a:chExt cx="748611" cy="10956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8611" cy="1095690"/>
            </a:xfrm>
            <a:custGeom>
              <a:avLst/>
              <a:gdLst/>
              <a:ahLst/>
              <a:cxnLst/>
              <a:rect l="l" t="t" r="r" b="b"/>
              <a:pathLst>
                <a:path w="748611" h="1095690">
                  <a:moveTo>
                    <a:pt x="0" y="0"/>
                  </a:moveTo>
                  <a:lnTo>
                    <a:pt x="748611" y="0"/>
                  </a:lnTo>
                  <a:lnTo>
                    <a:pt x="748611" y="1095690"/>
                  </a:lnTo>
                  <a:lnTo>
                    <a:pt x="0" y="109569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748611" cy="106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17927" y="3279892"/>
            <a:ext cx="3835105" cy="963523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677305" y="2866736"/>
            <a:ext cx="2842384" cy="4160196"/>
            <a:chOff x="0" y="0"/>
            <a:chExt cx="748611" cy="1095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8611" cy="1095690"/>
            </a:xfrm>
            <a:custGeom>
              <a:avLst/>
              <a:gdLst/>
              <a:ahLst/>
              <a:cxnLst/>
              <a:rect l="l" t="t" r="r" b="b"/>
              <a:pathLst>
                <a:path w="748611" h="1095690">
                  <a:moveTo>
                    <a:pt x="0" y="0"/>
                  </a:moveTo>
                  <a:lnTo>
                    <a:pt x="748611" y="0"/>
                  </a:lnTo>
                  <a:lnTo>
                    <a:pt x="748611" y="1095690"/>
                  </a:lnTo>
                  <a:lnTo>
                    <a:pt x="0" y="109569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748611" cy="106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188509" y="3279892"/>
            <a:ext cx="3835105" cy="963523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750535" y="2866736"/>
            <a:ext cx="2842384" cy="4160196"/>
            <a:chOff x="0" y="0"/>
            <a:chExt cx="748611" cy="10956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8611" cy="1095690"/>
            </a:xfrm>
            <a:custGeom>
              <a:avLst/>
              <a:gdLst/>
              <a:ahLst/>
              <a:cxnLst/>
              <a:rect l="l" t="t" r="r" b="b"/>
              <a:pathLst>
                <a:path w="748611" h="1095690">
                  <a:moveTo>
                    <a:pt x="0" y="0"/>
                  </a:moveTo>
                  <a:lnTo>
                    <a:pt x="748611" y="0"/>
                  </a:lnTo>
                  <a:lnTo>
                    <a:pt x="748611" y="1095690"/>
                  </a:lnTo>
                  <a:lnTo>
                    <a:pt x="0" y="109569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748611" cy="106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261739" y="3279892"/>
            <a:ext cx="3835105" cy="963523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4" y="0"/>
                </a:lnTo>
                <a:lnTo>
                  <a:pt x="3835104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3823765" y="2866736"/>
            <a:ext cx="2842384" cy="4160196"/>
            <a:chOff x="0" y="0"/>
            <a:chExt cx="748611" cy="10956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8611" cy="1095690"/>
            </a:xfrm>
            <a:custGeom>
              <a:avLst/>
              <a:gdLst/>
              <a:ahLst/>
              <a:cxnLst/>
              <a:rect l="l" t="t" r="r" b="b"/>
              <a:pathLst>
                <a:path w="748611" h="1095690">
                  <a:moveTo>
                    <a:pt x="0" y="0"/>
                  </a:moveTo>
                  <a:lnTo>
                    <a:pt x="748611" y="0"/>
                  </a:lnTo>
                  <a:lnTo>
                    <a:pt x="748611" y="1095690"/>
                  </a:lnTo>
                  <a:lnTo>
                    <a:pt x="0" y="109569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748611" cy="1067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334968" y="3279892"/>
            <a:ext cx="3835105" cy="963523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182087" y="3607031"/>
            <a:ext cx="2415872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72326" y="3607031"/>
            <a:ext cx="1932177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1">
                <a:solidFill>
                  <a:srgbClr val="F2F2F2"/>
                </a:solidFill>
                <a:latin typeface="DM Sans Bold"/>
                <a:ea typeface="DM Sans Bold"/>
                <a:cs typeface="DM Sans Bold"/>
                <a:sym typeface="DM Sans Bold"/>
              </a:rPr>
              <a:t>file_name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47589" y="3607031"/>
            <a:ext cx="2415872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file_path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01768" y="3607031"/>
            <a:ext cx="2264380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upload_time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08786" y="4906227"/>
            <a:ext cx="217106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Integer (PK)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File 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84020" y="4850982"/>
            <a:ext cx="2171065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Text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Original file name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57964" y="5114925"/>
            <a:ext cx="217106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Text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Server file location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59424" y="5046244"/>
            <a:ext cx="2171065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DateTime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Timestamp</a:t>
            </a:r>
          </a:p>
        </p:txBody>
      </p:sp>
      <p:sp>
        <p:nvSpPr>
          <p:cNvPr id="27" name="AutoShape 27"/>
          <p:cNvSpPr/>
          <p:nvPr/>
        </p:nvSpPr>
        <p:spPr>
          <a:xfrm>
            <a:off x="3193648" y="7880378"/>
            <a:ext cx="12058872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2887998" y="7740461"/>
            <a:ext cx="279835" cy="27983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58580" y="7740461"/>
            <a:ext cx="279835" cy="27983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899456" y="7740461"/>
            <a:ext cx="279835" cy="27983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112603" y="7740461"/>
            <a:ext cx="279835" cy="27983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-1143960" y="759885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4953108" y="-2360021"/>
            <a:ext cx="4175535" cy="4114800"/>
          </a:xfrm>
          <a:custGeom>
            <a:avLst/>
            <a:gdLst/>
            <a:ahLst/>
            <a:cxnLst/>
            <a:rect l="l" t="t" r="r" b="b"/>
            <a:pathLst>
              <a:path w="4175535" h="4114800">
                <a:moveTo>
                  <a:pt x="0" y="0"/>
                </a:moveTo>
                <a:lnTo>
                  <a:pt x="4175536" y="0"/>
                </a:lnTo>
                <a:lnTo>
                  <a:pt x="41755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5799854" y="8550933"/>
            <a:ext cx="1076398" cy="958973"/>
          </a:xfrm>
          <a:custGeom>
            <a:avLst/>
            <a:gdLst/>
            <a:ahLst/>
            <a:cxnLst/>
            <a:rect l="l" t="t" r="r" b="b"/>
            <a:pathLst>
              <a:path w="1076398" h="958973">
                <a:moveTo>
                  <a:pt x="0" y="0"/>
                </a:moveTo>
                <a:lnTo>
                  <a:pt x="1076398" y="0"/>
                </a:lnTo>
                <a:lnTo>
                  <a:pt x="1076398" y="958973"/>
                </a:lnTo>
                <a:lnTo>
                  <a:pt x="0" y="9589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rot="-1617346">
            <a:off x="2675087" y="1080570"/>
            <a:ext cx="638462" cy="426188"/>
          </a:xfrm>
          <a:custGeom>
            <a:avLst/>
            <a:gdLst/>
            <a:ahLst/>
            <a:cxnLst/>
            <a:rect l="l" t="t" r="r" b="b"/>
            <a:pathLst>
              <a:path w="638462" h="426188">
                <a:moveTo>
                  <a:pt x="0" y="0"/>
                </a:moveTo>
                <a:lnTo>
                  <a:pt x="638462" y="0"/>
                </a:lnTo>
                <a:lnTo>
                  <a:pt x="638462" y="426188"/>
                </a:lnTo>
                <a:lnTo>
                  <a:pt x="0" y="4261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8989" y="3096207"/>
            <a:ext cx="5899326" cy="1873303"/>
            <a:chOff x="0" y="0"/>
            <a:chExt cx="1553732" cy="493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3732" cy="493380"/>
            </a:xfrm>
            <a:custGeom>
              <a:avLst/>
              <a:gdLst/>
              <a:ahLst/>
              <a:cxnLst/>
              <a:rect l="l" t="t" r="r" b="b"/>
              <a:pathLst>
                <a:path w="1553732" h="493380">
                  <a:moveTo>
                    <a:pt x="26247" y="0"/>
                  </a:moveTo>
                  <a:lnTo>
                    <a:pt x="1527485" y="0"/>
                  </a:lnTo>
                  <a:cubicBezTo>
                    <a:pt x="1541981" y="0"/>
                    <a:pt x="1553732" y="11751"/>
                    <a:pt x="1553732" y="26247"/>
                  </a:cubicBezTo>
                  <a:lnTo>
                    <a:pt x="1553732" y="467134"/>
                  </a:lnTo>
                  <a:cubicBezTo>
                    <a:pt x="1553732" y="474095"/>
                    <a:pt x="1550967" y="480771"/>
                    <a:pt x="1546044" y="485693"/>
                  </a:cubicBezTo>
                  <a:cubicBezTo>
                    <a:pt x="1541122" y="490615"/>
                    <a:pt x="1534446" y="493380"/>
                    <a:pt x="1527485" y="493380"/>
                  </a:cubicBezTo>
                  <a:lnTo>
                    <a:pt x="26247" y="493380"/>
                  </a:lnTo>
                  <a:cubicBezTo>
                    <a:pt x="11751" y="493380"/>
                    <a:pt x="0" y="481629"/>
                    <a:pt x="0" y="467134"/>
                  </a:cubicBezTo>
                  <a:lnTo>
                    <a:pt x="0" y="26247"/>
                  </a:lnTo>
                  <a:cubicBezTo>
                    <a:pt x="0" y="11751"/>
                    <a:pt x="11751" y="0"/>
                    <a:pt x="26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1553732" cy="48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76686" y="3096207"/>
            <a:ext cx="5899326" cy="1873303"/>
            <a:chOff x="0" y="0"/>
            <a:chExt cx="1553732" cy="4933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3732" cy="493380"/>
            </a:xfrm>
            <a:custGeom>
              <a:avLst/>
              <a:gdLst/>
              <a:ahLst/>
              <a:cxnLst/>
              <a:rect l="l" t="t" r="r" b="b"/>
              <a:pathLst>
                <a:path w="1553732" h="493380">
                  <a:moveTo>
                    <a:pt x="26247" y="0"/>
                  </a:moveTo>
                  <a:lnTo>
                    <a:pt x="1527485" y="0"/>
                  </a:lnTo>
                  <a:cubicBezTo>
                    <a:pt x="1541981" y="0"/>
                    <a:pt x="1553732" y="11751"/>
                    <a:pt x="1553732" y="26247"/>
                  </a:cubicBezTo>
                  <a:lnTo>
                    <a:pt x="1553732" y="467134"/>
                  </a:lnTo>
                  <a:cubicBezTo>
                    <a:pt x="1553732" y="474095"/>
                    <a:pt x="1550967" y="480771"/>
                    <a:pt x="1546044" y="485693"/>
                  </a:cubicBezTo>
                  <a:cubicBezTo>
                    <a:pt x="1541122" y="490615"/>
                    <a:pt x="1534446" y="493380"/>
                    <a:pt x="1527485" y="493380"/>
                  </a:cubicBezTo>
                  <a:lnTo>
                    <a:pt x="26247" y="493380"/>
                  </a:lnTo>
                  <a:cubicBezTo>
                    <a:pt x="11751" y="493380"/>
                    <a:pt x="0" y="481629"/>
                    <a:pt x="0" y="467134"/>
                  </a:cubicBezTo>
                  <a:lnTo>
                    <a:pt x="0" y="26247"/>
                  </a:lnTo>
                  <a:cubicBezTo>
                    <a:pt x="0" y="11751"/>
                    <a:pt x="11751" y="0"/>
                    <a:pt x="26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553732" cy="48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18989" y="5575645"/>
            <a:ext cx="5899326" cy="1873303"/>
            <a:chOff x="0" y="0"/>
            <a:chExt cx="1553732" cy="4933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3732" cy="493380"/>
            </a:xfrm>
            <a:custGeom>
              <a:avLst/>
              <a:gdLst/>
              <a:ahLst/>
              <a:cxnLst/>
              <a:rect l="l" t="t" r="r" b="b"/>
              <a:pathLst>
                <a:path w="1553732" h="493380">
                  <a:moveTo>
                    <a:pt x="26247" y="0"/>
                  </a:moveTo>
                  <a:lnTo>
                    <a:pt x="1527485" y="0"/>
                  </a:lnTo>
                  <a:cubicBezTo>
                    <a:pt x="1541981" y="0"/>
                    <a:pt x="1553732" y="11751"/>
                    <a:pt x="1553732" y="26247"/>
                  </a:cubicBezTo>
                  <a:lnTo>
                    <a:pt x="1553732" y="467134"/>
                  </a:lnTo>
                  <a:cubicBezTo>
                    <a:pt x="1553732" y="474095"/>
                    <a:pt x="1550967" y="480771"/>
                    <a:pt x="1546044" y="485693"/>
                  </a:cubicBezTo>
                  <a:cubicBezTo>
                    <a:pt x="1541122" y="490615"/>
                    <a:pt x="1534446" y="493380"/>
                    <a:pt x="1527485" y="493380"/>
                  </a:cubicBezTo>
                  <a:lnTo>
                    <a:pt x="26247" y="493380"/>
                  </a:lnTo>
                  <a:cubicBezTo>
                    <a:pt x="11751" y="493380"/>
                    <a:pt x="0" y="481629"/>
                    <a:pt x="0" y="467134"/>
                  </a:cubicBezTo>
                  <a:lnTo>
                    <a:pt x="0" y="26247"/>
                  </a:lnTo>
                  <a:cubicBezTo>
                    <a:pt x="0" y="11751"/>
                    <a:pt x="11751" y="0"/>
                    <a:pt x="26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553732" cy="48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76686" y="5575645"/>
            <a:ext cx="5899326" cy="1873303"/>
            <a:chOff x="0" y="0"/>
            <a:chExt cx="1553732" cy="4933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3732" cy="493380"/>
            </a:xfrm>
            <a:custGeom>
              <a:avLst/>
              <a:gdLst/>
              <a:ahLst/>
              <a:cxnLst/>
              <a:rect l="l" t="t" r="r" b="b"/>
              <a:pathLst>
                <a:path w="1553732" h="493380">
                  <a:moveTo>
                    <a:pt x="26247" y="0"/>
                  </a:moveTo>
                  <a:lnTo>
                    <a:pt x="1527485" y="0"/>
                  </a:lnTo>
                  <a:cubicBezTo>
                    <a:pt x="1541981" y="0"/>
                    <a:pt x="1553732" y="11751"/>
                    <a:pt x="1553732" y="26247"/>
                  </a:cubicBezTo>
                  <a:lnTo>
                    <a:pt x="1553732" y="467134"/>
                  </a:lnTo>
                  <a:cubicBezTo>
                    <a:pt x="1553732" y="474095"/>
                    <a:pt x="1550967" y="480771"/>
                    <a:pt x="1546044" y="485693"/>
                  </a:cubicBezTo>
                  <a:cubicBezTo>
                    <a:pt x="1541122" y="490615"/>
                    <a:pt x="1534446" y="493380"/>
                    <a:pt x="1527485" y="493380"/>
                  </a:cubicBezTo>
                  <a:lnTo>
                    <a:pt x="26247" y="493380"/>
                  </a:lnTo>
                  <a:cubicBezTo>
                    <a:pt x="11751" y="493380"/>
                    <a:pt x="0" y="481629"/>
                    <a:pt x="0" y="467134"/>
                  </a:cubicBezTo>
                  <a:lnTo>
                    <a:pt x="0" y="26247"/>
                  </a:lnTo>
                  <a:cubicBezTo>
                    <a:pt x="0" y="11751"/>
                    <a:pt x="11751" y="0"/>
                    <a:pt x="26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553732" cy="48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5400000">
            <a:off x="1426935" y="3526936"/>
            <a:ext cx="1524436" cy="1011844"/>
          </a:xfrm>
          <a:custGeom>
            <a:avLst/>
            <a:gdLst/>
            <a:ahLst/>
            <a:cxnLst/>
            <a:rect l="l" t="t" r="r" b="b"/>
            <a:pathLst>
              <a:path w="1524436" h="1011844">
                <a:moveTo>
                  <a:pt x="0" y="0"/>
                </a:moveTo>
                <a:lnTo>
                  <a:pt x="1524436" y="0"/>
                </a:lnTo>
                <a:lnTo>
                  <a:pt x="1524436" y="1011845"/>
                </a:lnTo>
                <a:lnTo>
                  <a:pt x="0" y="1011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400000">
            <a:off x="10184632" y="3526936"/>
            <a:ext cx="1524436" cy="1011844"/>
          </a:xfrm>
          <a:custGeom>
            <a:avLst/>
            <a:gdLst/>
            <a:ahLst/>
            <a:cxnLst/>
            <a:rect l="l" t="t" r="r" b="b"/>
            <a:pathLst>
              <a:path w="1524436" h="1011844">
                <a:moveTo>
                  <a:pt x="0" y="0"/>
                </a:moveTo>
                <a:lnTo>
                  <a:pt x="1524436" y="0"/>
                </a:lnTo>
                <a:lnTo>
                  <a:pt x="1524436" y="1011845"/>
                </a:lnTo>
                <a:lnTo>
                  <a:pt x="0" y="1011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02679" y="3766159"/>
            <a:ext cx="444722" cy="533400"/>
          </a:xfrm>
          <a:custGeom>
            <a:avLst/>
            <a:gdLst/>
            <a:ahLst/>
            <a:cxnLst/>
            <a:rect l="l" t="t" r="r" b="b"/>
            <a:pathLst>
              <a:path w="444722" h="533400">
                <a:moveTo>
                  <a:pt x="0" y="0"/>
                </a:moveTo>
                <a:lnTo>
                  <a:pt x="444723" y="0"/>
                </a:lnTo>
                <a:lnTo>
                  <a:pt x="444723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5400000">
            <a:off x="1426935" y="6006375"/>
            <a:ext cx="1524436" cy="1011844"/>
          </a:xfrm>
          <a:custGeom>
            <a:avLst/>
            <a:gdLst/>
            <a:ahLst/>
            <a:cxnLst/>
            <a:rect l="l" t="t" r="r" b="b"/>
            <a:pathLst>
              <a:path w="1524436" h="1011844">
                <a:moveTo>
                  <a:pt x="0" y="0"/>
                </a:moveTo>
                <a:lnTo>
                  <a:pt x="1524436" y="0"/>
                </a:lnTo>
                <a:lnTo>
                  <a:pt x="1524436" y="1011844"/>
                </a:lnTo>
                <a:lnTo>
                  <a:pt x="0" y="10118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5400000">
            <a:off x="10184632" y="6006375"/>
            <a:ext cx="1524436" cy="1011844"/>
          </a:xfrm>
          <a:custGeom>
            <a:avLst/>
            <a:gdLst/>
            <a:ahLst/>
            <a:cxnLst/>
            <a:rect l="l" t="t" r="r" b="b"/>
            <a:pathLst>
              <a:path w="1524436" h="1011844">
                <a:moveTo>
                  <a:pt x="0" y="0"/>
                </a:moveTo>
                <a:lnTo>
                  <a:pt x="1524436" y="0"/>
                </a:lnTo>
                <a:lnTo>
                  <a:pt x="1524436" y="1011844"/>
                </a:lnTo>
                <a:lnTo>
                  <a:pt x="0" y="10118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918989" y="8055084"/>
            <a:ext cx="5899326" cy="1873303"/>
            <a:chOff x="0" y="0"/>
            <a:chExt cx="1553732" cy="4933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53732" cy="493380"/>
            </a:xfrm>
            <a:custGeom>
              <a:avLst/>
              <a:gdLst/>
              <a:ahLst/>
              <a:cxnLst/>
              <a:rect l="l" t="t" r="r" b="b"/>
              <a:pathLst>
                <a:path w="1553732" h="493380">
                  <a:moveTo>
                    <a:pt x="26247" y="0"/>
                  </a:moveTo>
                  <a:lnTo>
                    <a:pt x="1527485" y="0"/>
                  </a:lnTo>
                  <a:cubicBezTo>
                    <a:pt x="1541981" y="0"/>
                    <a:pt x="1553732" y="11751"/>
                    <a:pt x="1553732" y="26247"/>
                  </a:cubicBezTo>
                  <a:lnTo>
                    <a:pt x="1553732" y="467134"/>
                  </a:lnTo>
                  <a:cubicBezTo>
                    <a:pt x="1553732" y="474095"/>
                    <a:pt x="1550967" y="480771"/>
                    <a:pt x="1546044" y="485693"/>
                  </a:cubicBezTo>
                  <a:cubicBezTo>
                    <a:pt x="1541122" y="490615"/>
                    <a:pt x="1534446" y="493380"/>
                    <a:pt x="1527485" y="493380"/>
                  </a:cubicBezTo>
                  <a:lnTo>
                    <a:pt x="26247" y="493380"/>
                  </a:lnTo>
                  <a:cubicBezTo>
                    <a:pt x="11751" y="493380"/>
                    <a:pt x="0" y="481629"/>
                    <a:pt x="0" y="467134"/>
                  </a:cubicBezTo>
                  <a:lnTo>
                    <a:pt x="0" y="26247"/>
                  </a:lnTo>
                  <a:cubicBezTo>
                    <a:pt x="0" y="11751"/>
                    <a:pt x="11751" y="0"/>
                    <a:pt x="26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1553732" cy="48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76686" y="8055084"/>
            <a:ext cx="5899326" cy="1873303"/>
            <a:chOff x="0" y="0"/>
            <a:chExt cx="1553732" cy="4933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53732" cy="493380"/>
            </a:xfrm>
            <a:custGeom>
              <a:avLst/>
              <a:gdLst/>
              <a:ahLst/>
              <a:cxnLst/>
              <a:rect l="l" t="t" r="r" b="b"/>
              <a:pathLst>
                <a:path w="1553732" h="493380">
                  <a:moveTo>
                    <a:pt x="26247" y="0"/>
                  </a:moveTo>
                  <a:lnTo>
                    <a:pt x="1527485" y="0"/>
                  </a:lnTo>
                  <a:cubicBezTo>
                    <a:pt x="1541981" y="0"/>
                    <a:pt x="1553732" y="11751"/>
                    <a:pt x="1553732" y="26247"/>
                  </a:cubicBezTo>
                  <a:lnTo>
                    <a:pt x="1553732" y="467134"/>
                  </a:lnTo>
                  <a:cubicBezTo>
                    <a:pt x="1553732" y="474095"/>
                    <a:pt x="1550967" y="480771"/>
                    <a:pt x="1546044" y="485693"/>
                  </a:cubicBezTo>
                  <a:cubicBezTo>
                    <a:pt x="1541122" y="490615"/>
                    <a:pt x="1534446" y="493380"/>
                    <a:pt x="1527485" y="493380"/>
                  </a:cubicBezTo>
                  <a:lnTo>
                    <a:pt x="26247" y="493380"/>
                  </a:lnTo>
                  <a:cubicBezTo>
                    <a:pt x="11751" y="493380"/>
                    <a:pt x="0" y="481629"/>
                    <a:pt x="0" y="467134"/>
                  </a:cubicBezTo>
                  <a:lnTo>
                    <a:pt x="0" y="26247"/>
                  </a:lnTo>
                  <a:cubicBezTo>
                    <a:pt x="0" y="11751"/>
                    <a:pt x="11751" y="0"/>
                    <a:pt x="26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1553732" cy="48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-5400000">
            <a:off x="1426935" y="8485813"/>
            <a:ext cx="1524436" cy="1011844"/>
          </a:xfrm>
          <a:custGeom>
            <a:avLst/>
            <a:gdLst/>
            <a:ahLst/>
            <a:cxnLst/>
            <a:rect l="l" t="t" r="r" b="b"/>
            <a:pathLst>
              <a:path w="1524436" h="1011844">
                <a:moveTo>
                  <a:pt x="0" y="0"/>
                </a:moveTo>
                <a:lnTo>
                  <a:pt x="1524436" y="0"/>
                </a:lnTo>
                <a:lnTo>
                  <a:pt x="1524436" y="1011844"/>
                </a:lnTo>
                <a:lnTo>
                  <a:pt x="0" y="10118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5400000">
            <a:off x="10184632" y="8485813"/>
            <a:ext cx="1524436" cy="1011844"/>
          </a:xfrm>
          <a:custGeom>
            <a:avLst/>
            <a:gdLst/>
            <a:ahLst/>
            <a:cxnLst/>
            <a:rect l="l" t="t" r="r" b="b"/>
            <a:pathLst>
              <a:path w="1524436" h="1011844">
                <a:moveTo>
                  <a:pt x="0" y="0"/>
                </a:moveTo>
                <a:lnTo>
                  <a:pt x="1524436" y="0"/>
                </a:lnTo>
                <a:lnTo>
                  <a:pt x="1524436" y="1011844"/>
                </a:lnTo>
                <a:lnTo>
                  <a:pt x="0" y="10118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909464" y="3810498"/>
            <a:ext cx="533400" cy="444722"/>
          </a:xfrm>
          <a:custGeom>
            <a:avLst/>
            <a:gdLst/>
            <a:ahLst/>
            <a:cxnLst/>
            <a:rect l="l" t="t" r="r" b="b"/>
            <a:pathLst>
              <a:path w="533400" h="444722">
                <a:moveTo>
                  <a:pt x="0" y="0"/>
                </a:moveTo>
                <a:lnTo>
                  <a:pt x="533400" y="0"/>
                </a:lnTo>
                <a:lnTo>
                  <a:pt x="533400" y="444722"/>
                </a:lnTo>
                <a:lnTo>
                  <a:pt x="0" y="444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942801" y="6245597"/>
            <a:ext cx="466725" cy="533400"/>
          </a:xfrm>
          <a:custGeom>
            <a:avLst/>
            <a:gdLst/>
            <a:ahLst/>
            <a:cxnLst/>
            <a:rect l="l" t="t" r="r" b="b"/>
            <a:pathLst>
              <a:path w="466725" h="533400">
                <a:moveTo>
                  <a:pt x="0" y="0"/>
                </a:moveTo>
                <a:lnTo>
                  <a:pt x="466725" y="0"/>
                </a:lnTo>
                <a:lnTo>
                  <a:pt x="4667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976139" y="8725035"/>
            <a:ext cx="400050" cy="533400"/>
          </a:xfrm>
          <a:custGeom>
            <a:avLst/>
            <a:gdLst/>
            <a:ahLst/>
            <a:cxnLst/>
            <a:rect l="l" t="t" r="r" b="b"/>
            <a:pathLst>
              <a:path w="400050" h="53340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725015" y="6245597"/>
            <a:ext cx="400050" cy="533400"/>
          </a:xfrm>
          <a:custGeom>
            <a:avLst/>
            <a:gdLst/>
            <a:ahLst/>
            <a:cxnLst/>
            <a:rect l="l" t="t" r="r" b="b"/>
            <a:pathLst>
              <a:path w="400050" h="53340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476500" y="847725"/>
            <a:ext cx="13335000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Challenges &amp; Learning Outcomes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00967" y="3699484"/>
            <a:ext cx="449808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WebRTC signaling setup over LAN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57573" y="3699484"/>
            <a:ext cx="449808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WebSocket communication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00967" y="6178922"/>
            <a:ext cx="449808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Cross-device testing on different OS &amp; browsers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57573" y="6160190"/>
            <a:ext cx="449808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WebRTC screen sharing implementation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00967" y="8591685"/>
            <a:ext cx="449808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Handling local IP &amp; WebSocket configuration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757573" y="8806316"/>
            <a:ext cx="44980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Django Channels integration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10669342" y="8725035"/>
            <a:ext cx="511397" cy="533400"/>
          </a:xfrm>
          <a:custGeom>
            <a:avLst/>
            <a:gdLst/>
            <a:ahLst/>
            <a:cxnLst/>
            <a:rect l="l" t="t" r="r" b="b"/>
            <a:pathLst>
              <a:path w="511397" h="533400">
                <a:moveTo>
                  <a:pt x="0" y="0"/>
                </a:moveTo>
                <a:lnTo>
                  <a:pt x="511397" y="0"/>
                </a:lnTo>
                <a:lnTo>
                  <a:pt x="511397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392826" y="2319652"/>
            <a:ext cx="3600450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Challenges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25065" y="2319652"/>
            <a:ext cx="3600450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44A79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Learning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8610" y="2598370"/>
            <a:ext cx="5855779" cy="5855779"/>
          </a:xfrm>
          <a:custGeom>
            <a:avLst/>
            <a:gdLst/>
            <a:ahLst/>
            <a:cxnLst/>
            <a:rect l="l" t="t" r="r" b="b"/>
            <a:pathLst>
              <a:path w="5855779" h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-2742935" y="674860"/>
            <a:ext cx="12798869" cy="8937280"/>
            <a:chOff x="0" y="0"/>
            <a:chExt cx="660400" cy="4611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461149"/>
            </a:xfrm>
            <a:custGeom>
              <a:avLst/>
              <a:gdLst/>
              <a:ahLst/>
              <a:cxnLst/>
              <a:rect l="l" t="t" r="r" b="b"/>
              <a:pathLst>
                <a:path w="660400" h="461149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8610" y="2312620"/>
            <a:ext cx="5855779" cy="585577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584389" y="1188990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84389" y="1099966"/>
            <a:ext cx="1216244" cy="121624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197129" y="6351882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7197129" y="6262859"/>
            <a:ext cx="1216244" cy="12162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197129" y="2810927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197129" y="2721904"/>
            <a:ext cx="1216244" cy="121624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584389" y="7970790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6584389" y="7881766"/>
            <a:ext cx="1216244" cy="121624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7601661" y="4579890"/>
            <a:ext cx="1216244" cy="1216244"/>
          </a:xfrm>
          <a:custGeom>
            <a:avLst/>
            <a:gdLst/>
            <a:ahLst/>
            <a:cxnLst/>
            <a:rect l="l" t="t" r="r" b="b"/>
            <a:pathLst>
              <a:path w="1216244" h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7601661" y="4490866"/>
            <a:ext cx="1216244" cy="12162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6976824" y="1448022"/>
            <a:ext cx="431374" cy="517391"/>
          </a:xfrm>
          <a:custGeom>
            <a:avLst/>
            <a:gdLst/>
            <a:ahLst/>
            <a:cxnLst/>
            <a:rect l="l" t="t" r="r" b="b"/>
            <a:pathLst>
              <a:path w="431374" h="517391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939259" y="8232019"/>
            <a:ext cx="515739" cy="515739"/>
          </a:xfrm>
          <a:custGeom>
            <a:avLst/>
            <a:gdLst/>
            <a:ahLst/>
            <a:cxnLst/>
            <a:rect l="l" t="t" r="r" b="b"/>
            <a:pathLst>
              <a:path w="515739" h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505196" y="6570925"/>
            <a:ext cx="600110" cy="600110"/>
          </a:xfrm>
          <a:custGeom>
            <a:avLst/>
            <a:gdLst/>
            <a:ahLst/>
            <a:cxnLst/>
            <a:rect l="l" t="t" r="r" b="b"/>
            <a:pathLst>
              <a:path w="600110" h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505196" y="3074482"/>
            <a:ext cx="600110" cy="600110"/>
          </a:xfrm>
          <a:custGeom>
            <a:avLst/>
            <a:gdLst/>
            <a:ahLst/>
            <a:cxnLst/>
            <a:rect l="l" t="t" r="r" b="b"/>
            <a:pathLst>
              <a:path w="600110" h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7949354" y="4825984"/>
            <a:ext cx="520857" cy="543267"/>
          </a:xfrm>
          <a:custGeom>
            <a:avLst/>
            <a:gdLst/>
            <a:ahLst/>
            <a:cxnLst/>
            <a:rect l="l" t="t" r="r" b="b"/>
            <a:pathLst>
              <a:path w="520857" h="54326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525581" y="3966723"/>
            <a:ext cx="4261837" cy="169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1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Future Enhancements &amp; Conclusion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89031" y="5724380"/>
            <a:ext cx="333493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Future Enhancements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65489" y="1366973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65489" y="8148773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13373" y="2988910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3373" y="6547181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17905" y="4757873"/>
            <a:ext cx="1409248" cy="71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000" b="1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22529" y="1290773"/>
            <a:ext cx="5248889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Classroom multi-viewer screen sharing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27163" y="8178227"/>
            <a:ext cx="7541330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Add real-time live annotation on shared screen (drawing, highlighting, pointer tools)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27421" y="3123232"/>
            <a:ext cx="524888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Chat feature for communication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27153" y="6681503"/>
            <a:ext cx="524888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QR-code based quick connection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79578" y="4893566"/>
            <a:ext cx="524888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Recording shared screen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14381224" y="7574679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55575"/>
              <a:ext cx="660400" cy="16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3918610" y="83942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3704664" y="870690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525062" y="906537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3398407" y="9451643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254553" y="989132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710979" y="3642012"/>
            <a:ext cx="12866041" cy="133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227C9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84200" y="5168279"/>
            <a:ext cx="10719600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Nunito"/>
                <a:ea typeface="Nunito"/>
                <a:cs typeface="Nunito"/>
                <a:sym typeface="Nunito"/>
              </a:rPr>
              <a:t>ClassConnect successfully provides a fast, secure, offline classroom sharing system, improving teaching experience by eliminating USB issues and reducing setup time.</a:t>
            </a:r>
          </a:p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Nunito"/>
                <a:ea typeface="Nunito"/>
                <a:cs typeface="Nunito"/>
                <a:sym typeface="Nunito"/>
              </a:rPr>
              <a:t> A simple idea - built to solve a real university problem!</a:t>
            </a:r>
          </a:p>
        </p:txBody>
      </p:sp>
      <p:grpSp>
        <p:nvGrpSpPr>
          <p:cNvPr id="12" name="Group 12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55575"/>
              <a:ext cx="660400" cy="16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17204191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204191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5400000" flipH="1" flipV="1">
            <a:off x="17204191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120382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5400000">
            <a:off x="15036573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0800000">
            <a:off x="16120382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800000" flipH="1" flipV="1">
            <a:off x="15036573" y="21125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5400000" flipH="1" flipV="1">
            <a:off x="12770705" y="-551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-10800000" flipH="1" flipV="1">
            <a:off x="12770705" y="102870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-10800000">
            <a:off x="9525" y="7044155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83809" y="707273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0" y="81565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-10800000">
            <a:off x="0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rot="-5400000">
            <a:off x="1083809" y="92403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rot="-10800000">
            <a:off x="3321750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321750" y="8185114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rot="5400000">
            <a:off x="4405559" y="9268923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55575"/>
              <a:ext cx="660400" cy="16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3121973" y="2361047"/>
            <a:ext cx="12044053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9600" b="1">
                <a:solidFill>
                  <a:srgbClr val="FE6D7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REFERENCES</a:t>
            </a:r>
          </a:p>
        </p:txBody>
      </p:sp>
      <p:grpSp>
        <p:nvGrpSpPr>
          <p:cNvPr id="14" name="Group 14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55575"/>
              <a:ext cx="660400" cy="161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14131544" y="7969488"/>
            <a:ext cx="5132702" cy="5185216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14444220" y="8329798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14802690" y="8681112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1844613" y="6305419"/>
            <a:ext cx="12044053" cy="242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just">
              <a:lnSpc>
                <a:spcPts val="3199"/>
              </a:lnSpc>
              <a:buFont typeface="Arial"/>
              <a:buChar char="•"/>
            </a:pPr>
            <a:r>
              <a:rPr lang="en-US" sz="3199" b="1">
                <a:solidFill>
                  <a:srgbClr val="227C9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DJANGO DOCUMENTATION</a:t>
            </a:r>
          </a:p>
          <a:p>
            <a:pPr marL="690874" lvl="1" indent="-345437" algn="just">
              <a:lnSpc>
                <a:spcPts val="3199"/>
              </a:lnSpc>
              <a:buFont typeface="Arial"/>
              <a:buChar char="•"/>
            </a:pPr>
            <a:r>
              <a:rPr lang="en-US" sz="3199" b="1">
                <a:solidFill>
                  <a:srgbClr val="227C9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WEBRTC MDN DOCS</a:t>
            </a:r>
          </a:p>
          <a:p>
            <a:pPr marL="690874" lvl="1" indent="-345437" algn="just">
              <a:lnSpc>
                <a:spcPts val="3199"/>
              </a:lnSpc>
              <a:buFont typeface="Arial"/>
              <a:buChar char="•"/>
            </a:pPr>
            <a:r>
              <a:rPr lang="en-US" sz="3199" b="1">
                <a:solidFill>
                  <a:srgbClr val="227C9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DJANGO CHANNELS DOCS</a:t>
            </a:r>
          </a:p>
          <a:p>
            <a:pPr marL="690874" lvl="1" indent="-345437" algn="just">
              <a:lnSpc>
                <a:spcPts val="3199"/>
              </a:lnSpc>
              <a:buFont typeface="Arial"/>
              <a:buChar char="•"/>
            </a:pPr>
            <a:r>
              <a:rPr lang="en-US" sz="3199" b="1">
                <a:solidFill>
                  <a:srgbClr val="227C9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STACKOVERFLOW &amp; GITHUB COMMUNITY EXAMPLES</a:t>
            </a:r>
          </a:p>
          <a:p>
            <a:pPr marL="690874" lvl="1" indent="-345437" algn="just">
              <a:lnSpc>
                <a:spcPts val="3199"/>
              </a:lnSpc>
              <a:buFont typeface="Arial"/>
              <a:buChar char="•"/>
            </a:pPr>
            <a:r>
              <a:rPr lang="en-US" sz="3199" b="1">
                <a:solidFill>
                  <a:srgbClr val="227C9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FIRESHIP (YOUTUBE.COM)</a:t>
            </a:r>
          </a:p>
          <a:p>
            <a:pPr algn="just">
              <a:lnSpc>
                <a:spcPts val="3199"/>
              </a:lnSpc>
            </a:pPr>
            <a:endParaRPr lang="en-US" sz="3199" b="1">
              <a:solidFill>
                <a:srgbClr val="227C9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78778" y="1842453"/>
            <a:ext cx="7930443" cy="6602094"/>
          </a:xfrm>
          <a:custGeom>
            <a:avLst/>
            <a:gdLst/>
            <a:ahLst/>
            <a:cxnLst/>
            <a:rect l="l" t="t" r="r" b="b"/>
            <a:pathLst>
              <a:path w="7930443" h="6602094">
                <a:moveTo>
                  <a:pt x="0" y="0"/>
                </a:moveTo>
                <a:lnTo>
                  <a:pt x="7930444" y="0"/>
                </a:lnTo>
                <a:lnTo>
                  <a:pt x="7930444" y="6602094"/>
                </a:lnTo>
                <a:lnTo>
                  <a:pt x="0" y="6602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499</Words>
  <Application>Microsoft Office PowerPoint</Application>
  <PresentationFormat>Custom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9" baseType="lpstr">
      <vt:lpstr>Touvlo Bold</vt:lpstr>
      <vt:lpstr>Canva Sans Bold</vt:lpstr>
      <vt:lpstr>Bricolage Grotesque Bold</vt:lpstr>
      <vt:lpstr>DM Sans Bold</vt:lpstr>
      <vt:lpstr>TT Fors Bold</vt:lpstr>
      <vt:lpstr>Montserrat Semi-Bold</vt:lpstr>
      <vt:lpstr>Open Sauce</vt:lpstr>
      <vt:lpstr>Nunito</vt:lpstr>
      <vt:lpstr>Canva Sans</vt:lpstr>
      <vt:lpstr>Roboto Bold</vt:lpstr>
      <vt:lpstr>Open Sans Bold</vt:lpstr>
      <vt:lpstr>TT Norms Bold</vt:lpstr>
      <vt:lpstr>Arial</vt:lpstr>
      <vt:lpstr>TT Fors</vt:lpstr>
      <vt:lpstr>Roboto</vt:lpstr>
      <vt:lpstr>Object Sans</vt:lpstr>
      <vt:lpstr>Croogla</vt:lpstr>
      <vt:lpstr>Glacial Indifference Bold</vt:lpstr>
      <vt:lpstr>Open Sauce Bold</vt:lpstr>
      <vt:lpstr>TT Norms</vt:lpstr>
      <vt:lpstr>Calibri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markup and scripting language</dc:title>
  <cp:lastModifiedBy>Parvez Ahmed</cp:lastModifiedBy>
  <cp:revision>2</cp:revision>
  <dcterms:created xsi:type="dcterms:W3CDTF">2006-08-16T00:00:00Z</dcterms:created>
  <dcterms:modified xsi:type="dcterms:W3CDTF">2025-11-04T20:45:07Z</dcterms:modified>
  <dc:identifier>DAG3woj-hNY</dc:identifier>
</cp:coreProperties>
</file>